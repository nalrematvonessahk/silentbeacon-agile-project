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afaf995484ddf" /><Relationship Type="http://schemas.openxmlformats.org/officeDocument/2006/relationships/extended-properties" Target="/docProps/app.xml" Id="R3dc684d3b3df41ac" /><Relationship Type="http://schemas.openxmlformats.org/officeDocument/2006/relationships/officeDocument" Target="/ppt/presentation.xml" Id="R66205a05bd70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bf2d963cc24c78"/>
  </p:sldMasterIdLst>
  <p:notesMasterIdLst>
    <p:notesMasterId xmlns:r="http://schemas.openxmlformats.org/officeDocument/2006/relationships" r:id="R3f609f090a644241"/>
  </p:notesMasterIdLst>
  <p:sldIdLst>
    <p:sldId xmlns:r="http://schemas.openxmlformats.org/officeDocument/2006/relationships" id="256" r:id="R79534c7bc3c54c48"/>
    <p:sldId xmlns:r="http://schemas.openxmlformats.org/officeDocument/2006/relationships" id="257" r:id="Reea5d47ce71b4313"/>
    <p:sldId xmlns:r="http://schemas.openxmlformats.org/officeDocument/2006/relationships" id="258" r:id="R9c91db84fe6a40e3"/>
    <p:sldId xmlns:r="http://schemas.openxmlformats.org/officeDocument/2006/relationships" id="259" r:id="R4a2fa178e1274395"/>
    <p:sldId xmlns:r="http://schemas.openxmlformats.org/officeDocument/2006/relationships" id="260" r:id="Rf1eb3cfccb204ea9"/>
    <p:sldId xmlns:r="http://schemas.openxmlformats.org/officeDocument/2006/relationships" id="261" r:id="R7516f8254bee4e7d"/>
    <p:sldId xmlns:r="http://schemas.openxmlformats.org/officeDocument/2006/relationships" id="262" r:id="Rf4845c05adbc4b5e"/>
    <p:sldId xmlns:r="http://schemas.openxmlformats.org/officeDocument/2006/relationships" id="263" r:id="R4ddc198c94474dab"/>
    <p:sldId xmlns:r="http://schemas.openxmlformats.org/officeDocument/2006/relationships" id="264" r:id="Rece3ea7dd7774a36"/>
    <p:sldId xmlns:r="http://schemas.openxmlformats.org/officeDocument/2006/relationships" id="265" r:id="R4f30403ade1d41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8801c1fa14b47" /><Relationship Type="http://schemas.openxmlformats.org/officeDocument/2006/relationships/slideMaster" Target="/ppt/slideMasters/slideMaster1.xml" Id="R92bf2d963cc24c78" /><Relationship Type="http://schemas.openxmlformats.org/officeDocument/2006/relationships/notesMaster" Target="/ppt/notesMasters/notesMaster1.xml" Id="R3f609f090a644241" /><Relationship Type="http://schemas.openxmlformats.org/officeDocument/2006/relationships/presProps" Target="/ppt/presProps.xml" Id="Re8ee6bef82e1418a" /><Relationship Type="http://schemas.openxmlformats.org/officeDocument/2006/relationships/tableStyles" Target="/ppt/tableStyles.xml" Id="R2de580d3ef254d4c" /><Relationship Type="http://schemas.openxmlformats.org/officeDocument/2006/relationships/slide" Target="/ppt/slides/slide1.xml" Id="R79534c7bc3c54c48" /><Relationship Type="http://schemas.openxmlformats.org/officeDocument/2006/relationships/slide" Target="/ppt/slides/slide2.xml" Id="Reea5d47ce71b4313" /><Relationship Type="http://schemas.openxmlformats.org/officeDocument/2006/relationships/slide" Target="/ppt/slides/slide3.xml" Id="R9c91db84fe6a40e3" /><Relationship Type="http://schemas.openxmlformats.org/officeDocument/2006/relationships/slide" Target="/ppt/slides/slide4.xml" Id="R4a2fa178e1274395" /><Relationship Type="http://schemas.openxmlformats.org/officeDocument/2006/relationships/slide" Target="/ppt/slides/slide5.xml" Id="Rf1eb3cfccb204ea9" /><Relationship Type="http://schemas.openxmlformats.org/officeDocument/2006/relationships/slide" Target="/ppt/slides/slide6.xml" Id="R7516f8254bee4e7d" /><Relationship Type="http://schemas.openxmlformats.org/officeDocument/2006/relationships/slide" Target="/ppt/slides/slide7.xml" Id="Rf4845c05adbc4b5e" /><Relationship Type="http://schemas.openxmlformats.org/officeDocument/2006/relationships/slide" Target="/ppt/slides/slide8.xml" Id="R4ddc198c94474dab" /><Relationship Type="http://schemas.openxmlformats.org/officeDocument/2006/relationships/slide" Target="/ppt/slides/slide9.xml" Id="Rece3ea7dd7774a36" /><Relationship Type="http://schemas.openxmlformats.org/officeDocument/2006/relationships/slide" Target="/ppt/slides/slide10.xml" Id="R4f30403ade1d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375cf9bc82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fc7f3aeca4ae4" /><Relationship Type="http://schemas.openxmlformats.org/officeDocument/2006/relationships/notesMaster" Target="/ppt/notesMasters/notesMaster1.xml" Id="Rfd81abb36a1649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8371cfc9846b9" /><Relationship Type="http://schemas.openxmlformats.org/officeDocument/2006/relationships/notesMaster" Target="/ppt/notesMasters/notesMaster1.xml" Id="R580d3705d640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d830c9d45845e8" /><Relationship Type="http://schemas.openxmlformats.org/officeDocument/2006/relationships/notesMaster" Target="/ppt/notesMasters/notesMaster1.xml" Id="R9bdb9b03847a48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9da668f7a4996" /><Relationship Type="http://schemas.openxmlformats.org/officeDocument/2006/relationships/notesMaster" Target="/ppt/notesMasters/notesMaster1.xml" Id="R09a4d00f533440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7b224334e143f6" /><Relationship Type="http://schemas.openxmlformats.org/officeDocument/2006/relationships/notesMaster" Target="/ppt/notesMasters/notesMaster1.xml" Id="R7d30c4b69c474e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fbe0b66eda4d00" /><Relationship Type="http://schemas.openxmlformats.org/officeDocument/2006/relationships/notesMaster" Target="/ppt/notesMasters/notesMaster1.xml" Id="Rc8c77e8635d247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3f3134f4d14fa3" /><Relationship Type="http://schemas.openxmlformats.org/officeDocument/2006/relationships/notesMaster" Target="/ppt/notesMasters/notesMaster1.xml" Id="R73ea5aac8d7c43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f6f35173e14fee" /><Relationship Type="http://schemas.openxmlformats.org/officeDocument/2006/relationships/notesMaster" Target="/ppt/notesMasters/notesMaster1.xml" Id="R37c2dc8868b34f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ad4d8de7b44ba4" /><Relationship Type="http://schemas.openxmlformats.org/officeDocument/2006/relationships/notesMaster" Target="/ppt/notesMasters/notesMaster1.xml" Id="Re663e5fd03304c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09ae8ab5ec46ba" /><Relationship Type="http://schemas.openxmlformats.org/officeDocument/2006/relationships/notesMaster" Target="/ppt/notesMasters/notesMaster1.xml" Id="R28ea784334b041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Figma prototype is a series of preset scenarios, not a live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Board evidence: https://trello.com/b/cn7omEzN/silentbeacon-agile-project-management-se-2416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Figma: https://www.figma.com/design/spEnordZysj72nrb1p28kb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SilentBeacon Agile Project Plan SE2416; project documentation and verified Trello/Figma records prepared 29 October 2026. Prior design reference: SilentBeacon Updated Presentation. GitHub repository: https://github.com/nalrematvonessahk/silentbeacon-agile-project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64cf3e2544f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40924b8724d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9d1dfd2c141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1a2ebd34341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3e65854a143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44d6712f0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9D09DD-7069-4640-BE82-538FD5F65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205938-2375-4727-BC12-A9517481A7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EE6D01-E0B4-4AA5-8C4D-BB5CBA1897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7E4AFE-E34C-4E93-A41A-F5D0EFDD7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09367A-620F-4AFA-967C-FE6D89D107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E6038C-C2B5-48FD-850F-150844DFC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0525D3-57E5-4358-AFAA-37FB21F79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BD5E9B-931D-4B6F-A6C0-AF8F0123B0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51DDB7-8F75-46A9-BC6A-29E97E9EBB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43ED11-CCA0-4051-9BF8-0027D3A824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c2761778b045ac" /><Relationship Type="http://schemas.openxmlformats.org/officeDocument/2006/relationships/slideLayout" Target="/ppt/slideLayouts/slideLayout1.xml" Id="Rbcea59cd560a4c7a" /><Relationship Type="http://schemas.openxmlformats.org/officeDocument/2006/relationships/slideLayout" Target="/ppt/slideLayouts/slideLayout2.xml" Id="Rd8eec02d32e64734" /><Relationship Type="http://schemas.openxmlformats.org/officeDocument/2006/relationships/slideLayout" Target="/ppt/slideLayouts/slideLayout3.xml" Id="R5167a116eb964efb" /><Relationship Type="http://schemas.openxmlformats.org/officeDocument/2006/relationships/slideLayout" Target="/ppt/slideLayouts/slideLayout4.xml" Id="R9daad3112bc04158" /><Relationship Type="http://schemas.openxmlformats.org/officeDocument/2006/relationships/slideLayout" Target="/ppt/slideLayouts/slideLayout5.xml" Id="R24e130f72eb34180" /><Relationship Type="http://schemas.openxmlformats.org/officeDocument/2006/relationships/slideLayout" Target="/ppt/slideLayouts/slideLayout6.xml" Id="R6e68300087c944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a59cd560a4c7a"/>
    <p:sldLayoutId xmlns:r="http://schemas.openxmlformats.org/officeDocument/2006/relationships" id="2147483650" r:id="Rd8eec02d32e64734"/>
    <p:sldLayoutId xmlns:r="http://schemas.openxmlformats.org/officeDocument/2006/relationships" id="2147483651" r:id="R5167a116eb964efb"/>
    <p:sldLayoutId xmlns:r="http://schemas.openxmlformats.org/officeDocument/2006/relationships" id="2147483652" r:id="R9daad3112bc04158"/>
    <p:sldLayoutId xmlns:r="http://schemas.openxmlformats.org/officeDocument/2006/relationships" id="2147483653" r:id="R24e130f72eb34180"/>
    <p:sldLayoutId xmlns:r="http://schemas.openxmlformats.org/officeDocument/2006/relationships" id="2147483654" r:id="R6e68300087c9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97e0e2c3a49d2" /><Relationship Type="http://schemas.openxmlformats.org/officeDocument/2006/relationships/notesSlide" Target="/ppt/notesSlides/notesSlide1.xml" Id="Rde5b82cb63cb42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101c4025942b5" /><Relationship Type="http://schemas.openxmlformats.org/officeDocument/2006/relationships/notesSlide" Target="/ppt/notesSlides/notesSlide2.xml" Id="R313b6e25dbbc47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df025805141e7" /><Relationship Type="http://schemas.openxmlformats.org/officeDocument/2006/relationships/notesSlide" Target="/ppt/notesSlides/notesSlide3.xml" Id="R0cdd8434fee242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1702611ee421a" /><Relationship Type="http://schemas.openxmlformats.org/officeDocument/2006/relationships/notesSlide" Target="/ppt/notesSlides/notesSlide4.xml" Id="R05398f74b8f6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95c07253b4d1a" /><Relationship Type="http://schemas.openxmlformats.org/officeDocument/2006/relationships/notesSlide" Target="/ppt/notesSlides/notesSlide5.xml" Id="R00f3ddf4ffb6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0a1c160194253" /><Relationship Type="http://schemas.openxmlformats.org/officeDocument/2006/relationships/notesSlide" Target="/ppt/notesSlides/notesSlide6.xml" Id="R83619f4bdf8847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40c5efabe4fe5" /><Relationship Type="http://schemas.openxmlformats.org/officeDocument/2006/relationships/notesSlide" Target="/ppt/notesSlides/notesSlide7.xml" Id="Rbf9db22473d545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a52dfea6542d5" /><Relationship Type="http://schemas.openxmlformats.org/officeDocument/2006/relationships/notesSlide" Target="/ppt/notesSlides/notesSlide8.xml" Id="R5a7593a7191340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d36d526244ba1" /><Relationship Type="http://schemas.openxmlformats.org/officeDocument/2006/relationships/notesSlide" Target="/ppt/notesSlides/notesSlide9.xml" Id="Ra5c62a5c9b0b45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32b85ff884201" /><Relationship Type="http://schemas.openxmlformats.org/officeDocument/2006/relationships/notesSlide" Target="/ppt/notesSlides/notesSlide10.xml" Id="R29a4b9cd389844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DF225-2D73-4FCD-BBA3-D9A9106A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ASTANA IT UNIVERSITY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3E18E-315E-4070-BBF9-8DAEA759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923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SilentBeacon</a:t>
            </a:r>
          </a:p>
          <a:p xmlns:a="http://schemas.openxmlformats.org/drawingml/2006/main">
            <a:pPr>
              <a:defRPr sz="51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NoiseMap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AF714-1340-4AA6-BB93-C947322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242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Agile project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E9140-C7E9-47CA-B680-E3B3A47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7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Project Management  /  November 13,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74FD9-A696-4BF1-8BC4-C0C742F5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8160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Aldiyar Gaisa  ·  Askhat Rakhmetollayev  ·  Tamerlan Khassenov</a:t>
            </a:r>
          </a:p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Merey Amangeldi  ·  Asanali Yessenbekov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885E4-7F80-4B33-8B48-795EF5E7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531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BC7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BC77E"/>
                </a:solidFill>
                <a:latin typeface="Arial"/>
                <a:ea typeface="Arial"/>
                <a:cs typeface="Arial"/>
              </a:rPr>
              <a:t>DRAFT  /  Add real sprint results before the defense</a:t>
            </a:r>
          </a:p>
        </p:txBody>
      </p:sp>
    </p:spTree>
    <p:extLst>
      <p:ext uri="{BB962C8B-B14F-4D97-AF65-F5344CB8AC3E}">
        <p14:creationId xmlns:p14="http://schemas.microsoft.com/office/powerpoint/2010/main" val="102101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9D55-2B29-47BB-8AA6-D2BACE0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C514B-F1A2-4F4B-875D-4EEA9CC1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campus study-space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BD18A-978E-485D-8329-FB9D19E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85542-3637-4594-86E8-72B941FE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Students need current information about noise and power outlets in shared study areas.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E2ABD-2A0B-47F0-B532-A73BDBF0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Product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312CD-52C6-42A1-9F85-84528F5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908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Help a student identify a quiet zone with a reported available outlet within one minute, if one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0A8F7-C5A5-41DB-8B0F-8861EA2D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Evidence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832C4-F536-4923-95AD-92D23340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search-time estimate and pilot targets are hypotheses. No student research or field measurements are claimed.</a:t>
            </a:r>
          </a:p>
        </p:txBody>
      </p:sp>
    </p:spTree>
    <p:extLst>
      <p:ext uri="{BB962C8B-B14F-4D97-AF65-F5344CB8AC3E}">
        <p14:creationId xmlns:p14="http://schemas.microsoft.com/office/powerpoint/2010/main" val="1560765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E75AD-0F24-45D0-8A30-B33B401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6C9EF-CCD8-4743-B41A-0BA4D6AA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Prototype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5C7BE-E6AD-476B-A91E-B8BC428E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38616-C531-4754-A042-3CEE3215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01 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C7722-2EB8-413D-85CF-B5C4558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Open the campus floor map and compare Quiet, Moderate, Loud and Unknown.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4BB38-C212-4C91-9AE5-4ED00E5C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02  Inspect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8DB4C-77D1-4E4F-8CB5-BFD7EB50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860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View the zone, outlet availability and separate report 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B6664-0166-4815-87B5-0E8732E2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03  Contribute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4E182-019B-4AAB-84B0-391D3791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528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Submit a preset example and inspect a simulated verification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BD2BD-8ED5-4687-ADE8-36F59BB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04 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F2E09-50DE-4B20-AC20-DF502FE2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195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Explore the proposed rewards and demonstration analytics.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1D7C1-5035-4057-BBFC-1DE9F2BE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Schematic campus layout and demonstration data throughout</a:t>
            </a:r>
          </a:p>
        </p:txBody>
      </p:sp>
    </p:spTree>
    <p:extLst>
      <p:ext uri="{BB962C8B-B14F-4D97-AF65-F5344CB8AC3E}">
        <p14:creationId xmlns:p14="http://schemas.microsoft.com/office/powerpoint/2010/main" val="1421283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FEA24-1BDB-4EEA-ABDB-A13393B2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BBEB-5F64-434F-8167-CF539FF2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Freshness and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D9147-8720-41B8-B01F-83676C2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B4BB9-520F-41FC-A437-AEDDBA1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45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3E310-93E1-4F6E-80D5-6BB0A95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19275"/>
            <a:ext cx="676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 report becomes Unknown at the expiry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F8717-DB6C-4099-9879-8BA2D47A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Separate clocks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DB643-0596-4FCB-A52F-3BF13447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908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Noise and outlet observations have independent timestamps and expiry.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8A1F0-99CE-44CB-8A1D-1A9D5C27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What is simulated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07AA7-1362-4C6D-BDC3-E8DBB9FC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Eligibility, report submission and expiration appear as design states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268BD-9A34-409D-AD9E-6FFF8C25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What is 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5D6F2-9E19-4044-9CF5-B154E9DE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244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Server enforcement, microphone privacy and production behavior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688805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BA9F5-956F-4888-8E6E-EA600093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BD734-BDBC-4932-8330-7FA3740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Product backlog and visual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77575-1900-4FFB-A099-8618FEF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BB7E9-D8DE-4D3D-99B3-6707976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E792F-1293-469B-9C62-986694AC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user stories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BC994-522F-4A37-BE88-66E4591F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51996-F35F-47EB-90D3-1016C0B2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95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planned story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14A1A-7C81-4440-ADC7-65577044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F4585-5F32-4628-B54D-595049D6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955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unchecked proposed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19EB6-6098-45E8-AF76-491BB9C9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Seven lists support the workflow from Product Backlog to Done. Four Sprint 1 cards are staged as a draft forecast.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1740E-B84B-4D20-9146-997624F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No story is marked Done  /  Story owners await team confirmation</a:t>
            </a:r>
          </a:p>
        </p:txBody>
      </p:sp>
    </p:spTree>
    <p:extLst>
      <p:ext uri="{BB962C8B-B14F-4D97-AF65-F5344CB8AC3E}">
        <p14:creationId xmlns:p14="http://schemas.microsoft.com/office/powerpoint/2010/main" val="111879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9560A-0AF9-4A1F-88B2-DF25F60C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30A9F-421F-41A1-9DC1-47E74762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Sprint plan and current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DF3B8-9AD8-4ECF-A1E8-456D0FC3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67FFF-D5EE-42D9-ABBF-C5CD368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SPRINT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0DDE9-50D4-4D02-828E-8AEE8C48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October 26–31   ·   US01–US04   ·   21 SP</a:t>
            </a:r>
          </a:p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Map, reporting and filtering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B299A-0BFF-44DA-A1B9-83F60681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SPRINT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CB2B0-B13E-4218-8BD6-17E6A0C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860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November 1–6   ·   US05–US08   ·   21 SP</a:t>
            </a:r>
          </a:p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Eligibility feedback and freshness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8C62E-AEE4-4292-B8AF-B0489096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1FBE9-873D-4EF8-95E6-73419BBD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528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November 7–12   ·   US09–US12   ·   21 SP</a:t>
            </a:r>
          </a:p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Sampling concept and release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5095-FA03-4DE5-830C-20537D94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BC7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BC77E"/>
                </a:solidFill>
                <a:latin typeface="Arial"/>
                <a:ea typeface="Arial"/>
                <a:cs typeface="Arial"/>
              </a:rPr>
              <a:t>Revised six-day capacity and the team’s forecast still need confirmation.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170C7-F2B5-4E1E-B1A9-90927A9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Original two-week capacity assumptions do not transfer automatically</a:t>
            </a:r>
          </a:p>
        </p:txBody>
      </p:sp>
    </p:spTree>
    <p:extLst>
      <p:ext uri="{BB962C8B-B14F-4D97-AF65-F5344CB8AC3E}">
        <p14:creationId xmlns:p14="http://schemas.microsoft.com/office/powerpoint/2010/main" val="4031364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62955-5660-4225-AB99-BAE435DF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0320D-0185-4FAE-8C5F-EA5630BC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Prototype views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2719-AB98-4FBE-B9CB-372BF17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75AF6-7A40-42FF-BF71-1061E3D5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38EC5-ACB4-4738-8F49-7476EF5B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requested screen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373D1-9230-41FB-9878-04AF51B0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807FF-34CC-4C5D-A215-FF31A416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editable frames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3E4A6-16F3-4EF3-800A-276243DD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174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8F5FC-D044-4A38-9999-CA5069A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24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navigation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EA97F-E489-42A3-A9C7-E5143077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Rewards are simulated and subject to university approval. Campus analytics use demonstration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70EE6-C7B2-4F51-92D6-81B01328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Human Present-mode walkthrough and keyboard review are planned</a:t>
            </a:r>
          </a:p>
        </p:txBody>
      </p:sp>
    </p:spTree>
    <p:extLst>
      <p:ext uri="{BB962C8B-B14F-4D97-AF65-F5344CB8AC3E}">
        <p14:creationId xmlns:p14="http://schemas.microsoft.com/office/powerpoint/2010/main" val="1356417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0FA35-21CB-45E9-9CB5-2665C9F8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0EE53-2535-4D3B-BF64-3881582C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Team roles and working agreements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58888-7602-4CFF-AD29-A4CBF676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4C434-EA4C-4ACE-8908-E193CC7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Aldiyar Gaisa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A0B85-E645-47F9-A38F-590289C8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40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Product Owner and Developer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4102D-0AF4-4935-96DC-BC1062A1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Askhat Rakhmetollayev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B18D9-D1EF-4ACF-B872-BC88961F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90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Scrum Master and Developer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960EF-9C3A-4F50-A82B-24EADA4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Tamerlan Khassenov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92421-ACBD-44B5-ACE9-4FBADD43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Backend Developer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76703-1DB2-4E8A-BA63-634CA0F7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Merey Amangeldi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8DD2D-66E3-4FAD-A371-5E714B7C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243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UI Developer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F7290-5FA4-4D40-8334-07864523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Asanali Yessenbekov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22FF1-5C23-4239-8332-46D1BB77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911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Testing Developer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71758-7943-4DFC-9039-9CC8255F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Proposed story contacts and team access still need confirmation</a:t>
            </a:r>
          </a:p>
        </p:txBody>
      </p:sp>
    </p:spTree>
    <p:extLst>
      <p:ext uri="{BB962C8B-B14F-4D97-AF65-F5344CB8AC3E}">
        <p14:creationId xmlns:p14="http://schemas.microsoft.com/office/powerpoint/2010/main" val="976254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34FA4-95B6-4789-830C-B8A15C95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6BA27-A056-4459-9366-F6726A4F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Sprint review and retrospective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5A851-1CBE-4DEA-8644-EEDEB6D9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1EC2E-69CF-45FC-BC9C-D0DC2017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E4594-A0FE-4826-84A3-05F94109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Actual outcome and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2D939-3EC3-4C3A-A698-CEBA92CD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Team improvement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5A994-8057-4FF2-BAEA-AE708731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EB720-416C-4B89-977C-B686F99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To be recorded after the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0326F-85E0-441A-AB9A-67A6DB22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To be agreed after the retrospective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EADC9-3FBE-4939-84EF-2C096C7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F2F2F-1B56-49BF-996B-A08985B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480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To be recorded after the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763B0-FCCA-4DE0-9777-F7C64624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To be agreed after the retrospective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AED81-6005-4F30-9A4C-649AFDE6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8EBA9-D3F8-4072-B40D-90033E9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958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To be recorded after the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3F933-186E-4125-9F37-94A40AC3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3C3D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3C3D7"/>
                </a:solidFill>
                <a:latin typeface="Arial"/>
                <a:ea typeface="Arial"/>
                <a:cs typeface="Arial"/>
              </a:rPr>
              <a:t>To be agreed after the retrospective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DDB8E-CEDB-4203-949C-2ACCC758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No sprint review, retrospective, or participant feedback is claimed yet</a:t>
            </a:r>
          </a:p>
        </p:txBody>
      </p:sp>
    </p:spTree>
    <p:extLst>
      <p:ext uri="{BB962C8B-B14F-4D97-AF65-F5344CB8AC3E}">
        <p14:creationId xmlns:p14="http://schemas.microsoft.com/office/powerpoint/2010/main" val="587718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C3EA6-4BD8-47B8-B564-5D6D3AA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SILENTBEACON  /  SE-2416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50DD6-9E01-4E19-8608-C3F7E80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Risks, completion standard and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EE681-8E46-4E68-9D88-76549990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E7259-E25E-48E1-A8DD-F1531A8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1B789-CBD1-4B35-86FF-637AE47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Confirm availability and select a feasible forecast for shortened sprints.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2524F-6482-4925-A628-D764470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8DF05-BB44-44D2-B22F-083621B0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860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Review the prototype with a second team member and record real outcomes.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1FA23-49D0-4AE5-B754-58F4A59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110D4-58E4-43F1-8392-ED3EABB8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528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Keep campus data illustrative and proposed rewards subject to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1A631-8B1A-45A8-9BC3-CBBCEB0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3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C3F2"/>
                </a:solidFill>
                <a:latin typeface="Arial"/>
                <a:ea typeface="Arial"/>
                <a:cs typeface="Arial"/>
              </a:rPr>
              <a:t>Before defense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03640-9A9D-4336-8254-62853C49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195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Rehearse the live walkthrough and disclose unfinished original criteria.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F294B-05D0-4D92-BAE7-254C871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5A1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5A1BD"/>
                </a:solidFill>
                <a:latin typeface="Arial"/>
                <a:ea typeface="Arial"/>
                <a:cs typeface="Arial"/>
              </a:rPr>
              <a:t>GitHub repository created; documentation upload awaits authorization</a:t>
            </a:r>
          </a:p>
        </p:txBody>
      </p:sp>
    </p:spTree>
    <p:extLst>
      <p:ext uri="{BB962C8B-B14F-4D97-AF65-F5344CB8AC3E}">
        <p14:creationId xmlns:p14="http://schemas.microsoft.com/office/powerpoint/2010/main" val="596588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2026-10-29T18:17:58.1940000Z</dcterms:created>
  <dcterms:modified xsi:type="dcterms:W3CDTF">2026-10-29T18:17:58.1950000Z</dcterms:modified>
</coreProperties>
</file>