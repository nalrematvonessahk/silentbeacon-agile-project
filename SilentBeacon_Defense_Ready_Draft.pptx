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8b3bae9efe46d8" /><Relationship Type="http://schemas.openxmlformats.org/officeDocument/2006/relationships/extended-properties" Target="/docProps/app.xml" Id="Rfe0e5400c4164e6b" /><Relationship Type="http://schemas.openxmlformats.org/officeDocument/2006/relationships/officeDocument" Target="/ppt/presentation.xml" Id="R8e49b98a46434b10" /></Relationships>
</file>

<file path=ppt/presentation.xml><?xml version="1.0" encoding="utf-8"?>
<p:presentation xmlns:p="http://schemas.openxmlformats.org/presentationml/2006/main">
  <p:sldMasterIdLst>
    <p:sldMasterId xmlns:r="http://schemas.openxmlformats.org/officeDocument/2006/relationships" id="2147483648" r:id="Rc7d77d1c25624ab9"/>
  </p:sldMasterIdLst>
  <p:notesMasterIdLst>
    <p:notesMasterId xmlns:r="http://schemas.openxmlformats.org/officeDocument/2006/relationships" r:id="R06ee5feb7cf8499e"/>
  </p:notesMasterIdLst>
  <p:sldIdLst>
    <p:sldId xmlns:r="http://schemas.openxmlformats.org/officeDocument/2006/relationships" id="256" r:id="R4f44cf613afb43f9"/>
    <p:sldId xmlns:r="http://schemas.openxmlformats.org/officeDocument/2006/relationships" id="257" r:id="R1a912e0d12a54009"/>
    <p:sldId xmlns:r="http://schemas.openxmlformats.org/officeDocument/2006/relationships" id="258" r:id="R314206c5c27b4e8e"/>
    <p:sldId xmlns:r="http://schemas.openxmlformats.org/officeDocument/2006/relationships" id="259" r:id="Ra5a14f9e6bf74df7"/>
    <p:sldId xmlns:r="http://schemas.openxmlformats.org/officeDocument/2006/relationships" id="260" r:id="R9e3d067916c3432d"/>
    <p:sldId xmlns:r="http://schemas.openxmlformats.org/officeDocument/2006/relationships" id="261" r:id="R15645daf10884095"/>
    <p:sldId xmlns:r="http://schemas.openxmlformats.org/officeDocument/2006/relationships" id="262" r:id="Rc551509393234cdb"/>
    <p:sldId xmlns:r="http://schemas.openxmlformats.org/officeDocument/2006/relationships" id="263" r:id="R7a69f22c0fa146e6"/>
    <p:sldId xmlns:r="http://schemas.openxmlformats.org/officeDocument/2006/relationships" id="264" r:id="R168a959ca40e4b6c"/>
    <p:sldId xmlns:r="http://schemas.openxmlformats.org/officeDocument/2006/relationships" id="265" r:id="R5c13cba093284f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4bdb5149d54bdd" /><Relationship Type="http://schemas.openxmlformats.org/officeDocument/2006/relationships/slideMaster" Target="/ppt/slideMasters/slideMaster1.xml" Id="Rc7d77d1c25624ab9" /><Relationship Type="http://schemas.openxmlformats.org/officeDocument/2006/relationships/notesMaster" Target="/ppt/notesMasters/notesMaster1.xml" Id="R06ee5feb7cf8499e" /><Relationship Type="http://schemas.openxmlformats.org/officeDocument/2006/relationships/presProps" Target="/ppt/presProps.xml" Id="Rf58624c07e0540d9" /><Relationship Type="http://schemas.openxmlformats.org/officeDocument/2006/relationships/tableStyles" Target="/ppt/tableStyles.xml" Id="Rdeeef364ff8146ad" /><Relationship Type="http://schemas.openxmlformats.org/officeDocument/2006/relationships/slide" Target="/ppt/slides/slide1.xml" Id="R4f44cf613afb43f9" /><Relationship Type="http://schemas.openxmlformats.org/officeDocument/2006/relationships/slide" Target="/ppt/slides/slide2.xml" Id="R1a912e0d12a54009" /><Relationship Type="http://schemas.openxmlformats.org/officeDocument/2006/relationships/slide" Target="/ppt/slides/slide3.xml" Id="R314206c5c27b4e8e" /><Relationship Type="http://schemas.openxmlformats.org/officeDocument/2006/relationships/slide" Target="/ppt/slides/slide4.xml" Id="Ra5a14f9e6bf74df7" /><Relationship Type="http://schemas.openxmlformats.org/officeDocument/2006/relationships/slide" Target="/ppt/slides/slide5.xml" Id="R9e3d067916c3432d" /><Relationship Type="http://schemas.openxmlformats.org/officeDocument/2006/relationships/slide" Target="/ppt/slides/slide6.xml" Id="R15645daf10884095" /><Relationship Type="http://schemas.openxmlformats.org/officeDocument/2006/relationships/slide" Target="/ppt/slides/slide7.xml" Id="Rc551509393234cdb" /><Relationship Type="http://schemas.openxmlformats.org/officeDocument/2006/relationships/slide" Target="/ppt/slides/slide8.xml" Id="R7a69f22c0fa146e6" /><Relationship Type="http://schemas.openxmlformats.org/officeDocument/2006/relationships/slide" Target="/ppt/slides/slide9.xml" Id="R168a959ca40e4b6c" /><Relationship Type="http://schemas.openxmlformats.org/officeDocument/2006/relationships/slide" Target="/ppt/slides/slide10.xml" Id="R5c13cba093284f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2e35bfdf1240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8377d723634f33" /><Relationship Type="http://schemas.openxmlformats.org/officeDocument/2006/relationships/notesMaster" Target="/ppt/notesMasters/notesMaster1.xml" Id="Rff0ab95da5c345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12e362b53347d4" /><Relationship Type="http://schemas.openxmlformats.org/officeDocument/2006/relationships/notesMaster" Target="/ppt/notesMasters/notesMaster1.xml" Id="R7778b2f3b38747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ac661ec2f1478e" /><Relationship Type="http://schemas.openxmlformats.org/officeDocument/2006/relationships/notesMaster" Target="/ppt/notesMasters/notesMaster1.xml" Id="R6a98e28173654a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1cec115b345f3" /><Relationship Type="http://schemas.openxmlformats.org/officeDocument/2006/relationships/notesMaster" Target="/ppt/notesMasters/notesMaster1.xml" Id="R5af80f9bdd0049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cc826ec327486c" /><Relationship Type="http://schemas.openxmlformats.org/officeDocument/2006/relationships/notesMaster" Target="/ppt/notesMasters/notesMaster1.xml" Id="R4f01f0bfb33349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2b720c3aed47cb" /><Relationship Type="http://schemas.openxmlformats.org/officeDocument/2006/relationships/notesMaster" Target="/ppt/notesMasters/notesMaster1.xml" Id="Rc1f6974b7d164c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45999fcb694a00" /><Relationship Type="http://schemas.openxmlformats.org/officeDocument/2006/relationships/notesMaster" Target="/ppt/notesMasters/notesMaster1.xml" Id="Ra3eeef688bbc4e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d10ce1980a42ec" /><Relationship Type="http://schemas.openxmlformats.org/officeDocument/2006/relationships/notesMaster" Target="/ppt/notesMasters/notesMaster1.xml" Id="R2556905fa23f4d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a63850bf1d4ecd" /><Relationship Type="http://schemas.openxmlformats.org/officeDocument/2006/relationships/notesMaster" Target="/ppt/notesMasters/notesMaster1.xml" Id="R7c06ee457af445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b450869c3a47a2" /><Relationship Type="http://schemas.openxmlformats.org/officeDocument/2006/relationships/notesMaster" Target="/ppt/notesMasters/notesMaster1.xml" Id="R692dd8d70fdb46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a:t>
            </a:r>
          </a:p>
          <a:p xmlns:a="http://schemas.openxmlformats.org/drawingml/2006/main">
            <a:r>
              <a:t/>
            </a:r>
          </a:p>
          <a:p xmlns:a="http://schemas.openxmlformats.org/drawingml/2006/main">
            <a:r>
              <a:t>Suggested presenter: Aldiyar. Introduce the team, the course and SilentBeacon as an academic interactive web prototype. Final defense is scheduled for November 13, 2026. Do not claim the slide deck contains final sprint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a:t>
            </a:r>
          </a:p>
          <a:p xmlns:a="http://schemas.openxmlformats.org/drawingml/2006/main">
            <a:r>
              <a:t/>
            </a:r>
          </a:p>
          <a:p xmlns:a="http://schemas.openxmlformats.org/drawingml/2006/main">
            <a:r>
              <a:t>Suggested presenter: Aldiyar. Explain that the search-time estimate is a hypothesis and the one-minute goal is a future target. We have not established a measured baseline or conducted student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 Figma prototype is a series of preset scenarios, not a live service.</a:t>
            </a:r>
          </a:p>
          <a:p xmlns:a="http://schemas.openxmlformats.org/drawingml/2006/main">
            <a:r>
              <a:t/>
            </a:r>
          </a:p>
          <a:p xmlns:a="http://schemas.openxmlformats.org/drawingml/2006/main">
            <a:r>
              <a:t>Suggested presenter: Merey. Walk through the actual Figma presentation if available: landing, map, a zone, the preset report, verification, proposed rewards and demonstration analytics. Only Z01 has the full scripted report journey; clarify that examples are not live campus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a:t>
            </a:r>
          </a:p>
          <a:p xmlns:a="http://schemas.openxmlformats.org/drawingml/2006/main">
            <a:r>
              <a:t/>
            </a:r>
          </a:p>
          <a:p xmlns:a="http://schemas.openxmlformats.org/drawingml/2006/main">
            <a:r>
              <a:t>Suggested presenter: Tamerlan. Contrast an example at 44:59 with one at 45:00. Noise and outlet observations are separate. The prototype depicts expiry but does not run a server clock, validate networks, record audio or persist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 Board evidence: https://trello.com/b/cn7omEzN/silentbeacon-agile-project-management-se-2416</a:t>
            </a:r>
          </a:p>
          <a:p xmlns:a="http://schemas.openxmlformats.org/drawingml/2006/main">
            <a:r>
              <a:t/>
            </a:r>
          </a:p>
          <a:p xmlns:a="http://schemas.openxmlformats.org/drawingml/2006/main">
            <a:r>
              <a:t>Suggested presenter: Askhat. Open the real Trello board: https://trello.com/b/cn7omEzN/silentbeacon-agile-project-management-se-2416 . The 48 tasks were initially unchecked and the four Sprint 1 cards were staged as a draft. Check the live board for current status before presenting; story estimates are not delivery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a:t>
            </a:r>
          </a:p>
          <a:p xmlns:a="http://schemas.openxmlformats.org/drawingml/2006/main">
            <a:r>
              <a:t/>
            </a:r>
          </a:p>
          <a:p xmlns:a="http://schemas.openxmlformats.org/drawingml/2006/main">
            <a:r>
              <a:t>Suggested presenter: Askhat. State the exact user-specified dates and original allocations of 21 story points per sprint. The source plan estimated a two-week capacity; the compressed schedule requires the team to confirm availability and a feasible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 Figma: https://www.figma.com/design/spEnordZysj72nrb1p28kb</a:t>
            </a:r>
          </a:p>
          <a:p xmlns:a="http://schemas.openxmlformats.org/drawingml/2006/main">
            <a:r>
              <a:t/>
            </a:r>
          </a:p>
          <a:p xmlns:a="http://schemas.openxmlformats.org/drawingml/2006/main">
            <a:r>
              <a:t>Suggested presenter: Merey. Open the editable file https://www.figma.com/design/spEnordZysj72nrb1p28kb . The figures describe the created design, not verified usability. Social GPA is proposed and simulated, subject to university approval; analytics use demonstration data. A human Present-mode and keyboard walkthrough still needs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a:t>
            </a:r>
          </a:p>
          <a:p xmlns:a="http://schemas.openxmlformats.org/drawingml/2006/main">
            <a:r>
              <a:t/>
            </a:r>
          </a:p>
          <a:p xmlns:a="http://schemas.openxmlformats.org/drawingml/2006/main">
            <a:r>
              <a:t>Suggested presenter: Tamerlan. Explain the named roles from the submitted project plan. Contacts written on story descriptions are proposed, not proof of accepted assignments or account membership. Team access requires authorization before invitations or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a:t>
            </a:r>
          </a:p>
          <a:p xmlns:a="http://schemas.openxmlformats.org/drawingml/2006/main">
            <a:r>
              <a:t/>
            </a:r>
          </a:p>
          <a:p xmlns:a="http://schemas.openxmlformats.org/drawingml/2006/main">
            <a:r>
              <a:t>Suggested presenter: Asanali. Replace each placeholder only after the actual review and retrospective, using the event date, participants, artifact links and an agreed improvement. No meeting, feedback or result is asserted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SilentBeacon Agile Project Plan SE2416; project documentation and verified Trello/Figma records prepared 29 October 2026. Prior design reference: SilentBeacon Updated Presentation. GitHub repository: https://github.com/nalrematvonessahk/silentbeacon-agile-project</a:t>
            </a:r>
          </a:p>
          <a:p xmlns:a="http://schemas.openxmlformats.org/drawingml/2006/main">
            <a:r>
              <a:t/>
            </a:r>
          </a:p>
          <a:p xmlns:a="http://schemas.openxmlformats.org/drawingml/2006/main">
            <a:r>
              <a:t>Suggested presenter: Asanali. Show the private repository at https://github.com/nalrematvonessahk/silentbeacon-agile-project and the evidence checklist. Explain unresolved capacity, second-person review, prototype walkthrough and the original implementation criteria that the mockup cannot prove. The repository was populated on October 29,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ba697926744d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e0d430bfce47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ca21a8269043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6aeb7e05a34b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03866639ff41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a69c0d0c6840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9D09DD-7069-4640-BE82-538FD5F65D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205938-2375-4727-BC12-A9517481A7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EE6D01-E0B4-4AA5-8C4D-BB5CBA1897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7E4AFE-E34C-4E93-A41A-F5D0EFDD76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09367A-620F-4AFA-967C-FE6D89D107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E6038C-C2B5-48FD-850F-150844DFC7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0525D3-57E5-4358-AFAA-37FB21F79E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BD5E9B-931D-4B6F-A6C0-AF8F0123B0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51DDB7-8F75-46A9-BC6A-29E97E9EBB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43ED11-CCA0-4051-9BF8-0027D3A824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2a055cfffc45bf" /><Relationship Type="http://schemas.openxmlformats.org/officeDocument/2006/relationships/slideLayout" Target="/ppt/slideLayouts/slideLayout1.xml" Id="R4d9e6586ca274a4d" /><Relationship Type="http://schemas.openxmlformats.org/officeDocument/2006/relationships/slideLayout" Target="/ppt/slideLayouts/slideLayout2.xml" Id="Rad7410d99ec947f0" /><Relationship Type="http://schemas.openxmlformats.org/officeDocument/2006/relationships/slideLayout" Target="/ppt/slideLayouts/slideLayout3.xml" Id="R183660f6edee4b59" /><Relationship Type="http://schemas.openxmlformats.org/officeDocument/2006/relationships/slideLayout" Target="/ppt/slideLayouts/slideLayout4.xml" Id="Rc4fa216f11ab417d" /><Relationship Type="http://schemas.openxmlformats.org/officeDocument/2006/relationships/slideLayout" Target="/ppt/slideLayouts/slideLayout5.xml" Id="R05886d0d71cb41f5" /><Relationship Type="http://schemas.openxmlformats.org/officeDocument/2006/relationships/slideLayout" Target="/ppt/slideLayouts/slideLayout6.xml" Id="Rac1fda1df33940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9e6586ca274a4d"/>
    <p:sldLayoutId xmlns:r="http://schemas.openxmlformats.org/officeDocument/2006/relationships" id="2147483650" r:id="Rad7410d99ec947f0"/>
    <p:sldLayoutId xmlns:r="http://schemas.openxmlformats.org/officeDocument/2006/relationships" id="2147483651" r:id="R183660f6edee4b59"/>
    <p:sldLayoutId xmlns:r="http://schemas.openxmlformats.org/officeDocument/2006/relationships" id="2147483652" r:id="Rc4fa216f11ab417d"/>
    <p:sldLayoutId xmlns:r="http://schemas.openxmlformats.org/officeDocument/2006/relationships" id="2147483653" r:id="R05886d0d71cb41f5"/>
    <p:sldLayoutId xmlns:r="http://schemas.openxmlformats.org/officeDocument/2006/relationships" id="2147483654" r:id="Rac1fda1df33940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593fd815e54b84" /><Relationship Type="http://schemas.openxmlformats.org/officeDocument/2006/relationships/notesSlide" Target="/ppt/notesSlides/notesSlide1.xml" Id="R4d50aeb4290b41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686036d9494865" /><Relationship Type="http://schemas.openxmlformats.org/officeDocument/2006/relationships/notesSlide" Target="/ppt/notesSlides/notesSlide2.xml" Id="Re19d26f3ec6d49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dbe80646244cbb" /><Relationship Type="http://schemas.openxmlformats.org/officeDocument/2006/relationships/notesSlide" Target="/ppt/notesSlides/notesSlide3.xml" Id="Ra37c40b1d24e40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6f802dad2e4f62" /><Relationship Type="http://schemas.openxmlformats.org/officeDocument/2006/relationships/notesSlide" Target="/ppt/notesSlides/notesSlide4.xml" Id="R2c0ab46abaac48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36050ceb8141d3" /><Relationship Type="http://schemas.openxmlformats.org/officeDocument/2006/relationships/notesSlide" Target="/ppt/notesSlides/notesSlide5.xml" Id="R30604acaae6543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4a2582f93a4110" /><Relationship Type="http://schemas.openxmlformats.org/officeDocument/2006/relationships/notesSlide" Target="/ppt/notesSlides/notesSlide6.xml" Id="Re44a9640bf4b48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bdfbf469de461f" /><Relationship Type="http://schemas.openxmlformats.org/officeDocument/2006/relationships/notesSlide" Target="/ppt/notesSlides/notesSlide7.xml" Id="Rfb0664c1fe9b49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c5abbfa83d4f85" /><Relationship Type="http://schemas.openxmlformats.org/officeDocument/2006/relationships/notesSlide" Target="/ppt/notesSlides/notesSlide8.xml" Id="Rfcc8431471984c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dc53dcd47342d4" /><Relationship Type="http://schemas.openxmlformats.org/officeDocument/2006/relationships/notesSlide" Target="/ppt/notesSlides/notesSlide9.xml" Id="Rcd535d6e9ef445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3b0e3069724802" /><Relationship Type="http://schemas.openxmlformats.org/officeDocument/2006/relationships/notesSlide" Target="/ppt/notesSlides/notesSlide10.xml" Id="Rda6274c58f4b48d2" /></Relationships>
</file>

<file path=ppt/slides/slide1.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9DF225-2D73-4FCD-BBA3-D9A9106A3F22}"/>
              </a:ext>
            </a:extLst>
          </p:cNvPr>
          <p:cNvSpPr>
            <a:spLocks xmlns:a="http://schemas.openxmlformats.org/drawingml/2006/main" noGrp="1"/>
          </p:cNvSpPr>
          <p:nvPr/>
        </p:nvSpPr>
        <p:spPr>
          <a:xfrm xmlns:a="http://schemas.openxmlformats.org/drawingml/2006/main">
            <a:off x="609600" y="5143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55C3F2"/>
                </a:solidFill>
                <a:latin typeface="Arial"/>
                <a:ea typeface="Arial"/>
                <a:cs typeface="Arial"/>
              </a:defRPr>
            </a:defPPr>
            <a:lvl1pPr>
              <a:buNone/>
              <a:defRPr sz="1275" b="1">
                <a:solidFill>
                  <a:srgbClr val="55C3F2"/>
                </a:solidFill>
                <a:latin typeface="Arial"/>
                <a:ea typeface="Arial"/>
                <a:cs typeface="Arial"/>
              </a:defRPr>
            </a:lvl1pPr>
            <a:lvl2pPr>
              <a:buNone/>
              <a:defRPr sz="1275" b="1">
                <a:solidFill>
                  <a:srgbClr val="55C3F2"/>
                </a:solidFill>
                <a:latin typeface="Arial"/>
                <a:ea typeface="Arial"/>
                <a:cs typeface="Arial"/>
              </a:defRPr>
            </a:lvl2pPr>
            <a:lvl3pPr>
              <a:buNone/>
              <a:defRPr sz="1275" b="1">
                <a:solidFill>
                  <a:srgbClr val="55C3F2"/>
                </a:solidFill>
                <a:latin typeface="Arial"/>
                <a:ea typeface="Arial"/>
                <a:cs typeface="Arial"/>
              </a:defRPr>
            </a:lvl3pPr>
            <a:lvl4pPr>
              <a:buNone/>
              <a:defRPr sz="1275" b="1">
                <a:solidFill>
                  <a:srgbClr val="55C3F2"/>
                </a:solidFill>
                <a:latin typeface="Arial"/>
                <a:ea typeface="Arial"/>
                <a:cs typeface="Arial"/>
              </a:defRPr>
            </a:lvl4pPr>
            <a:lvl5pPr>
              <a:buNone/>
              <a:defRPr sz="1275" b="1">
                <a:solidFill>
                  <a:srgbClr val="55C3F2"/>
                </a:solidFill>
                <a:latin typeface="Arial"/>
                <a:ea typeface="Arial"/>
                <a:cs typeface="Arial"/>
              </a:defRPr>
            </a:lvl5pPr>
            <a:lvl6pPr>
              <a:buNone/>
              <a:defRPr sz="1275" b="1">
                <a:solidFill>
                  <a:srgbClr val="55C3F2"/>
                </a:solidFill>
                <a:latin typeface="Arial"/>
                <a:ea typeface="Arial"/>
                <a:cs typeface="Arial"/>
              </a:defRPr>
            </a:lvl6pPr>
            <a:lvl7pPr>
              <a:buNone/>
              <a:defRPr sz="1275" b="1">
                <a:solidFill>
                  <a:srgbClr val="55C3F2"/>
                </a:solidFill>
                <a:latin typeface="Arial"/>
                <a:ea typeface="Arial"/>
                <a:cs typeface="Arial"/>
              </a:defRPr>
            </a:lvl7pPr>
            <a:lvl8pPr>
              <a:buNone/>
              <a:defRPr sz="1275" b="1">
                <a:solidFill>
                  <a:srgbClr val="55C3F2"/>
                </a:solidFill>
                <a:latin typeface="Arial"/>
                <a:ea typeface="Arial"/>
                <a:cs typeface="Arial"/>
              </a:defRPr>
            </a:lvl8pPr>
            <a:lvl9pPr>
              <a:buNone/>
              <a:defRPr sz="1275" b="1">
                <a:solidFill>
                  <a:srgbClr val="55C3F2"/>
                </a:solidFill>
                <a:latin typeface="Arial"/>
                <a:ea typeface="Arial"/>
                <a:cs typeface="Arial"/>
              </a:defRPr>
            </a:lvl9pPr>
          </a:lstStyle>
          <a:p xmlns:a="http://schemas.openxmlformats.org/drawingml/2006/main">
            <a:pPr>
              <a:buNone/>
              <a:defRPr sz="1275" b="1">
                <a:solidFill>
                  <a:srgbClr val="55C3F2"/>
                </a:solidFill>
                <a:latin typeface="Arial"/>
                <a:ea typeface="Arial"/>
                <a:cs typeface="Arial"/>
              </a:defRPr>
            </a:pPr>
            <a:r>
              <a:rPr sz="1275" b="1">
                <a:solidFill>
                  <a:srgbClr val="55C3F2"/>
                </a:solidFill>
                <a:latin typeface="Arial"/>
                <a:ea typeface="Arial"/>
                <a:cs typeface="Arial"/>
              </a:rPr>
              <a:t>ASTANA IT UNIVERSITY  /  SE-2416</a:t>
            </a:r>
          </a:p>
        </p:txBody>
      </p:sp>
      <p:sp>
        <p:nvSpPr>
          <p:cNvPr id="2" name="">
            <a:extLst xmlns:a="http://schemas.openxmlformats.org/drawingml/2006/main">
              <a:ext uri="{FF2B5EF4-FFF2-40B4-BE49-F238E27FC236}">
                <a16:creationId xmlns:a16="http://schemas.microsoft.com/office/drawing/2014/main" id="{18B3E18E-315E-4070-BBF9-8DAEA75974B8}"/>
              </a:ext>
            </a:extLst>
          </p:cNvPr>
          <p:cNvSpPr>
            <a:spLocks xmlns:a="http://schemas.openxmlformats.org/drawingml/2006/main" noGrp="1"/>
          </p:cNvSpPr>
          <p:nvPr/>
        </p:nvSpPr>
        <p:spPr>
          <a:xfrm xmlns:a="http://schemas.openxmlformats.org/drawingml/2006/main">
            <a:off x="609600" y="1438275"/>
            <a:ext cx="9239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F6F8FC"/>
                </a:solidFill>
                <a:latin typeface="Arial"/>
                <a:ea typeface="Arial"/>
                <a:cs typeface="Arial"/>
              </a:defRPr>
            </a:defPPr>
            <a:lvl1pPr>
              <a:buNone/>
              <a:defRPr sz="5100" b="1">
                <a:solidFill>
                  <a:srgbClr val="F6F8FC"/>
                </a:solidFill>
                <a:latin typeface="Arial"/>
                <a:ea typeface="Arial"/>
                <a:cs typeface="Arial"/>
              </a:defRPr>
            </a:lvl1pPr>
            <a:lvl2pPr>
              <a:buNone/>
              <a:defRPr sz="5100" b="1">
                <a:solidFill>
                  <a:srgbClr val="F6F8FC"/>
                </a:solidFill>
                <a:latin typeface="Arial"/>
                <a:ea typeface="Arial"/>
                <a:cs typeface="Arial"/>
              </a:defRPr>
            </a:lvl2pPr>
            <a:lvl3pPr>
              <a:buNone/>
              <a:defRPr sz="5100" b="1">
                <a:solidFill>
                  <a:srgbClr val="F6F8FC"/>
                </a:solidFill>
                <a:latin typeface="Arial"/>
                <a:ea typeface="Arial"/>
                <a:cs typeface="Arial"/>
              </a:defRPr>
            </a:lvl3pPr>
            <a:lvl4pPr>
              <a:buNone/>
              <a:defRPr sz="5100" b="1">
                <a:solidFill>
                  <a:srgbClr val="F6F8FC"/>
                </a:solidFill>
                <a:latin typeface="Arial"/>
                <a:ea typeface="Arial"/>
                <a:cs typeface="Arial"/>
              </a:defRPr>
            </a:lvl4pPr>
            <a:lvl5pPr>
              <a:buNone/>
              <a:defRPr sz="5100" b="1">
                <a:solidFill>
                  <a:srgbClr val="F6F8FC"/>
                </a:solidFill>
                <a:latin typeface="Arial"/>
                <a:ea typeface="Arial"/>
                <a:cs typeface="Arial"/>
              </a:defRPr>
            </a:lvl5pPr>
            <a:lvl6pPr>
              <a:buNone/>
              <a:defRPr sz="5100" b="1">
                <a:solidFill>
                  <a:srgbClr val="F6F8FC"/>
                </a:solidFill>
                <a:latin typeface="Arial"/>
                <a:ea typeface="Arial"/>
                <a:cs typeface="Arial"/>
              </a:defRPr>
            </a:lvl6pPr>
            <a:lvl7pPr>
              <a:buNone/>
              <a:defRPr sz="5100" b="1">
                <a:solidFill>
                  <a:srgbClr val="F6F8FC"/>
                </a:solidFill>
                <a:latin typeface="Arial"/>
                <a:ea typeface="Arial"/>
                <a:cs typeface="Arial"/>
              </a:defRPr>
            </a:lvl7pPr>
            <a:lvl8pPr>
              <a:buNone/>
              <a:defRPr sz="5100" b="1">
                <a:solidFill>
                  <a:srgbClr val="F6F8FC"/>
                </a:solidFill>
                <a:latin typeface="Arial"/>
                <a:ea typeface="Arial"/>
                <a:cs typeface="Arial"/>
              </a:defRPr>
            </a:lvl8pPr>
            <a:lvl9pPr>
              <a:buNone/>
              <a:defRPr sz="5100" b="1">
                <a:solidFill>
                  <a:srgbClr val="F6F8FC"/>
                </a:solidFill>
                <a:latin typeface="Arial"/>
                <a:ea typeface="Arial"/>
                <a:cs typeface="Arial"/>
              </a:defRPr>
            </a:lvl9pPr>
          </a:lstStyle>
          <a:p xmlns:a="http://schemas.openxmlformats.org/drawingml/2006/main">
            <a:pPr>
              <a:buNone/>
              <a:defRPr sz="5100" b="1">
                <a:solidFill>
                  <a:srgbClr val="F6F8FC"/>
                </a:solidFill>
                <a:latin typeface="Arial"/>
                <a:ea typeface="Arial"/>
                <a:cs typeface="Arial"/>
              </a:defRPr>
            </a:pPr>
            <a:r>
              <a:rPr sz="5100" b="1">
                <a:solidFill>
                  <a:srgbClr val="F6F8FC"/>
                </a:solidFill>
                <a:latin typeface="Arial"/>
                <a:ea typeface="Arial"/>
                <a:cs typeface="Arial"/>
              </a:rPr>
              <a:t>SilentBeacon</a:t>
            </a:r>
          </a:p>
          <a:p xmlns:a="http://schemas.openxmlformats.org/drawingml/2006/main">
            <a:pPr>
              <a:buNone/>
              <a:defRPr sz="5100" b="1">
                <a:solidFill>
                  <a:srgbClr val="F6F8FC"/>
                </a:solidFill>
                <a:latin typeface="Arial"/>
                <a:ea typeface="Arial"/>
                <a:cs typeface="Arial"/>
              </a:defRPr>
            </a:pPr>
            <a:r>
              <a:rPr sz="5100" b="1">
                <a:solidFill>
                  <a:srgbClr val="F6F8FC"/>
                </a:solidFill>
                <a:latin typeface="Arial"/>
                <a:ea typeface="Arial"/>
                <a:cs typeface="Arial"/>
              </a:rPr>
              <a:t>NoiseMap</a:t>
            </a:r>
          </a:p>
        </p:txBody>
      </p:sp>
      <p:sp>
        <p:nvSpPr>
          <p:cNvPr id="3" name="">
            <a:extLst xmlns:a="http://schemas.openxmlformats.org/drawingml/2006/main">
              <a:ext uri="{FF2B5EF4-FFF2-40B4-BE49-F238E27FC236}">
                <a16:creationId xmlns:a16="http://schemas.microsoft.com/office/drawing/2014/main" id="{A5EAF714-1340-4AA6-BB93-C947322F33D8}"/>
              </a:ext>
            </a:extLst>
          </p:cNvPr>
          <p:cNvSpPr>
            <a:spLocks xmlns:a="http://schemas.openxmlformats.org/drawingml/2006/main" noGrp="1"/>
          </p:cNvSpPr>
          <p:nvPr/>
        </p:nvSpPr>
        <p:spPr>
          <a:xfrm xmlns:a="http://schemas.openxmlformats.org/drawingml/2006/main">
            <a:off x="638175" y="33242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55C3F2"/>
                </a:solidFill>
                <a:latin typeface="Arial"/>
                <a:ea typeface="Arial"/>
                <a:cs typeface="Arial"/>
              </a:defRPr>
            </a:defPPr>
            <a:lvl1pPr>
              <a:buNone/>
              <a:defRPr sz="2550" b="1">
                <a:solidFill>
                  <a:srgbClr val="55C3F2"/>
                </a:solidFill>
                <a:latin typeface="Arial"/>
                <a:ea typeface="Arial"/>
                <a:cs typeface="Arial"/>
              </a:defRPr>
            </a:lvl1pPr>
            <a:lvl2pPr>
              <a:buNone/>
              <a:defRPr sz="2550" b="1">
                <a:solidFill>
                  <a:srgbClr val="55C3F2"/>
                </a:solidFill>
                <a:latin typeface="Arial"/>
                <a:ea typeface="Arial"/>
                <a:cs typeface="Arial"/>
              </a:defRPr>
            </a:lvl2pPr>
            <a:lvl3pPr>
              <a:buNone/>
              <a:defRPr sz="2550" b="1">
                <a:solidFill>
                  <a:srgbClr val="55C3F2"/>
                </a:solidFill>
                <a:latin typeface="Arial"/>
                <a:ea typeface="Arial"/>
                <a:cs typeface="Arial"/>
              </a:defRPr>
            </a:lvl3pPr>
            <a:lvl4pPr>
              <a:buNone/>
              <a:defRPr sz="2550" b="1">
                <a:solidFill>
                  <a:srgbClr val="55C3F2"/>
                </a:solidFill>
                <a:latin typeface="Arial"/>
                <a:ea typeface="Arial"/>
                <a:cs typeface="Arial"/>
              </a:defRPr>
            </a:lvl4pPr>
            <a:lvl5pPr>
              <a:buNone/>
              <a:defRPr sz="2550" b="1">
                <a:solidFill>
                  <a:srgbClr val="55C3F2"/>
                </a:solidFill>
                <a:latin typeface="Arial"/>
                <a:ea typeface="Arial"/>
                <a:cs typeface="Arial"/>
              </a:defRPr>
            </a:lvl5pPr>
            <a:lvl6pPr>
              <a:buNone/>
              <a:defRPr sz="2550" b="1">
                <a:solidFill>
                  <a:srgbClr val="55C3F2"/>
                </a:solidFill>
                <a:latin typeface="Arial"/>
                <a:ea typeface="Arial"/>
                <a:cs typeface="Arial"/>
              </a:defRPr>
            </a:lvl6pPr>
            <a:lvl7pPr>
              <a:buNone/>
              <a:defRPr sz="2550" b="1">
                <a:solidFill>
                  <a:srgbClr val="55C3F2"/>
                </a:solidFill>
                <a:latin typeface="Arial"/>
                <a:ea typeface="Arial"/>
                <a:cs typeface="Arial"/>
              </a:defRPr>
            </a:lvl7pPr>
            <a:lvl8pPr>
              <a:buNone/>
              <a:defRPr sz="2550" b="1">
                <a:solidFill>
                  <a:srgbClr val="55C3F2"/>
                </a:solidFill>
                <a:latin typeface="Arial"/>
                <a:ea typeface="Arial"/>
                <a:cs typeface="Arial"/>
              </a:defRPr>
            </a:lvl8pPr>
            <a:lvl9pPr>
              <a:buNone/>
              <a:defRPr sz="2550" b="1">
                <a:solidFill>
                  <a:srgbClr val="55C3F2"/>
                </a:solidFill>
                <a:latin typeface="Arial"/>
                <a:ea typeface="Arial"/>
                <a:cs typeface="Arial"/>
              </a:defRPr>
            </a:lvl9pPr>
          </a:lstStyle>
          <a:p xmlns:a="http://schemas.openxmlformats.org/drawingml/2006/main">
            <a:pPr>
              <a:buNone/>
              <a:defRPr sz="2550" b="1">
                <a:solidFill>
                  <a:srgbClr val="55C3F2"/>
                </a:solidFill>
                <a:latin typeface="Arial"/>
                <a:ea typeface="Arial"/>
                <a:cs typeface="Arial"/>
              </a:defRPr>
            </a:pPr>
            <a:r>
              <a:rPr sz="2550" b="1">
                <a:solidFill>
                  <a:srgbClr val="55C3F2"/>
                </a:solidFill>
                <a:latin typeface="Arial"/>
                <a:ea typeface="Arial"/>
                <a:cs typeface="Arial"/>
              </a:rPr>
              <a:t>Agile project defense</a:t>
            </a:r>
          </a:p>
        </p:txBody>
      </p:sp>
      <p:sp>
        <p:nvSpPr>
          <p:cNvPr id="4" name="">
            <a:extLst xmlns:a="http://schemas.openxmlformats.org/drawingml/2006/main">
              <a:ext uri="{FF2B5EF4-FFF2-40B4-BE49-F238E27FC236}">
                <a16:creationId xmlns:a16="http://schemas.microsoft.com/office/drawing/2014/main" id="{0B4E9140-C7E9-47CA-B680-E3B3A473D77C}"/>
              </a:ext>
            </a:extLst>
          </p:cNvPr>
          <p:cNvSpPr>
            <a:spLocks xmlns:a="http://schemas.openxmlformats.org/drawingml/2006/main" noGrp="1"/>
          </p:cNvSpPr>
          <p:nvPr/>
        </p:nvSpPr>
        <p:spPr>
          <a:xfrm xmlns:a="http://schemas.openxmlformats.org/drawingml/2006/main">
            <a:off x="638175" y="40576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B3C3D7"/>
                </a:solidFill>
                <a:latin typeface="Arial"/>
                <a:ea typeface="Arial"/>
                <a:cs typeface="Arial"/>
              </a:defRPr>
            </a:defPPr>
            <a:lvl1pPr>
              <a:buNone/>
              <a:defRPr sz="1725" b="0">
                <a:solidFill>
                  <a:srgbClr val="B3C3D7"/>
                </a:solidFill>
                <a:latin typeface="Arial"/>
                <a:ea typeface="Arial"/>
                <a:cs typeface="Arial"/>
              </a:defRPr>
            </a:lvl1pPr>
            <a:lvl2pPr>
              <a:buNone/>
              <a:defRPr sz="1725" b="0">
                <a:solidFill>
                  <a:srgbClr val="B3C3D7"/>
                </a:solidFill>
                <a:latin typeface="Arial"/>
                <a:ea typeface="Arial"/>
                <a:cs typeface="Arial"/>
              </a:defRPr>
            </a:lvl2pPr>
            <a:lvl3pPr>
              <a:buNone/>
              <a:defRPr sz="1725" b="0">
                <a:solidFill>
                  <a:srgbClr val="B3C3D7"/>
                </a:solidFill>
                <a:latin typeface="Arial"/>
                <a:ea typeface="Arial"/>
                <a:cs typeface="Arial"/>
              </a:defRPr>
            </a:lvl3pPr>
            <a:lvl4pPr>
              <a:buNone/>
              <a:defRPr sz="1725" b="0">
                <a:solidFill>
                  <a:srgbClr val="B3C3D7"/>
                </a:solidFill>
                <a:latin typeface="Arial"/>
                <a:ea typeface="Arial"/>
                <a:cs typeface="Arial"/>
              </a:defRPr>
            </a:lvl4pPr>
            <a:lvl5pPr>
              <a:buNone/>
              <a:defRPr sz="1725" b="0">
                <a:solidFill>
                  <a:srgbClr val="B3C3D7"/>
                </a:solidFill>
                <a:latin typeface="Arial"/>
                <a:ea typeface="Arial"/>
                <a:cs typeface="Arial"/>
              </a:defRPr>
            </a:lvl5pPr>
            <a:lvl6pPr>
              <a:buNone/>
              <a:defRPr sz="1725" b="0">
                <a:solidFill>
                  <a:srgbClr val="B3C3D7"/>
                </a:solidFill>
                <a:latin typeface="Arial"/>
                <a:ea typeface="Arial"/>
                <a:cs typeface="Arial"/>
              </a:defRPr>
            </a:lvl6pPr>
            <a:lvl7pPr>
              <a:buNone/>
              <a:defRPr sz="1725" b="0">
                <a:solidFill>
                  <a:srgbClr val="B3C3D7"/>
                </a:solidFill>
                <a:latin typeface="Arial"/>
                <a:ea typeface="Arial"/>
                <a:cs typeface="Arial"/>
              </a:defRPr>
            </a:lvl7pPr>
            <a:lvl8pPr>
              <a:buNone/>
              <a:defRPr sz="1725" b="0">
                <a:solidFill>
                  <a:srgbClr val="B3C3D7"/>
                </a:solidFill>
                <a:latin typeface="Arial"/>
                <a:ea typeface="Arial"/>
                <a:cs typeface="Arial"/>
              </a:defRPr>
            </a:lvl8pPr>
            <a:lvl9pPr>
              <a:buNone/>
              <a:defRPr sz="1725" b="0">
                <a:solidFill>
                  <a:srgbClr val="B3C3D7"/>
                </a:solidFill>
                <a:latin typeface="Arial"/>
                <a:ea typeface="Arial"/>
                <a:cs typeface="Arial"/>
              </a:defRPr>
            </a:lvl9pPr>
          </a:lstStyle>
          <a:p xmlns:a="http://schemas.openxmlformats.org/drawingml/2006/main">
            <a:pPr>
              <a:buNone/>
              <a:defRPr sz="1725" b="0">
                <a:solidFill>
                  <a:srgbClr val="B3C3D7"/>
                </a:solidFill>
                <a:latin typeface="Arial"/>
                <a:ea typeface="Arial"/>
                <a:cs typeface="Arial"/>
              </a:defRPr>
            </a:pPr>
            <a:r>
              <a:rPr sz="1725" b="0">
                <a:solidFill>
                  <a:srgbClr val="B3C3D7"/>
                </a:solidFill>
                <a:latin typeface="Arial"/>
                <a:ea typeface="Arial"/>
                <a:cs typeface="Arial"/>
              </a:rPr>
              <a:t>Project Management  /  November 13, 2026</a:t>
            </a:r>
          </a:p>
        </p:txBody>
      </p:sp>
      <p:sp>
        <p:nvSpPr>
          <p:cNvPr id="5" name="">
            <a:extLst xmlns:a="http://schemas.openxmlformats.org/drawingml/2006/main">
              <a:ext uri="{FF2B5EF4-FFF2-40B4-BE49-F238E27FC236}">
                <a16:creationId xmlns:a16="http://schemas.microsoft.com/office/drawing/2014/main" id="{B4874FD9-A696-4BF1-8BC4-C0C742F50556}"/>
              </a:ext>
            </a:extLst>
          </p:cNvPr>
          <p:cNvSpPr>
            <a:spLocks xmlns:a="http://schemas.openxmlformats.org/drawingml/2006/main" noGrp="1"/>
          </p:cNvSpPr>
          <p:nvPr/>
        </p:nvSpPr>
        <p:spPr>
          <a:xfrm xmlns:a="http://schemas.openxmlformats.org/drawingml/2006/main">
            <a:off x="638175" y="51816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F6F8FC"/>
                </a:solidFill>
                <a:latin typeface="Arial"/>
                <a:ea typeface="Arial"/>
                <a:cs typeface="Arial"/>
              </a:defRPr>
            </a:defPPr>
            <a:lvl1pPr>
              <a:buNone/>
              <a:defRPr sz="1500" b="0">
                <a:solidFill>
                  <a:srgbClr val="F6F8FC"/>
                </a:solidFill>
                <a:latin typeface="Arial"/>
                <a:ea typeface="Arial"/>
                <a:cs typeface="Arial"/>
              </a:defRPr>
            </a:lvl1pPr>
            <a:lvl2pPr>
              <a:buNone/>
              <a:defRPr sz="1500" b="0">
                <a:solidFill>
                  <a:srgbClr val="F6F8FC"/>
                </a:solidFill>
                <a:latin typeface="Arial"/>
                <a:ea typeface="Arial"/>
                <a:cs typeface="Arial"/>
              </a:defRPr>
            </a:lvl2pPr>
            <a:lvl3pPr>
              <a:buNone/>
              <a:defRPr sz="1500" b="0">
                <a:solidFill>
                  <a:srgbClr val="F6F8FC"/>
                </a:solidFill>
                <a:latin typeface="Arial"/>
                <a:ea typeface="Arial"/>
                <a:cs typeface="Arial"/>
              </a:defRPr>
            </a:lvl3pPr>
            <a:lvl4pPr>
              <a:buNone/>
              <a:defRPr sz="1500" b="0">
                <a:solidFill>
                  <a:srgbClr val="F6F8FC"/>
                </a:solidFill>
                <a:latin typeface="Arial"/>
                <a:ea typeface="Arial"/>
                <a:cs typeface="Arial"/>
              </a:defRPr>
            </a:lvl4pPr>
            <a:lvl5pPr>
              <a:buNone/>
              <a:defRPr sz="1500" b="0">
                <a:solidFill>
                  <a:srgbClr val="F6F8FC"/>
                </a:solidFill>
                <a:latin typeface="Arial"/>
                <a:ea typeface="Arial"/>
                <a:cs typeface="Arial"/>
              </a:defRPr>
            </a:lvl5pPr>
            <a:lvl6pPr>
              <a:buNone/>
              <a:defRPr sz="1500" b="0">
                <a:solidFill>
                  <a:srgbClr val="F6F8FC"/>
                </a:solidFill>
                <a:latin typeface="Arial"/>
                <a:ea typeface="Arial"/>
                <a:cs typeface="Arial"/>
              </a:defRPr>
            </a:lvl6pPr>
            <a:lvl7pPr>
              <a:buNone/>
              <a:defRPr sz="1500" b="0">
                <a:solidFill>
                  <a:srgbClr val="F6F8FC"/>
                </a:solidFill>
                <a:latin typeface="Arial"/>
                <a:ea typeface="Arial"/>
                <a:cs typeface="Arial"/>
              </a:defRPr>
            </a:lvl7pPr>
            <a:lvl8pPr>
              <a:buNone/>
              <a:defRPr sz="1500" b="0">
                <a:solidFill>
                  <a:srgbClr val="F6F8FC"/>
                </a:solidFill>
                <a:latin typeface="Arial"/>
                <a:ea typeface="Arial"/>
                <a:cs typeface="Arial"/>
              </a:defRPr>
            </a:lvl8pPr>
            <a:lvl9pPr>
              <a:buNone/>
              <a:defRPr sz="1500" b="0">
                <a:solidFill>
                  <a:srgbClr val="F6F8FC"/>
                </a:solidFill>
                <a:latin typeface="Arial"/>
                <a:ea typeface="Arial"/>
                <a:cs typeface="Arial"/>
              </a:defRPr>
            </a:lvl9pPr>
          </a:lstStyle>
          <a:p xmlns:a="http://schemas.openxmlformats.org/drawingml/2006/main">
            <a:pPr>
              <a:buNone/>
              <a:defRPr sz="1500" b="0">
                <a:solidFill>
                  <a:srgbClr val="F6F8FC"/>
                </a:solidFill>
                <a:latin typeface="Arial"/>
                <a:ea typeface="Arial"/>
                <a:cs typeface="Arial"/>
              </a:defRPr>
            </a:pPr>
            <a:r>
              <a:rPr sz="1500" b="0">
                <a:solidFill>
                  <a:srgbClr val="F6F8FC"/>
                </a:solidFill>
                <a:latin typeface="Arial"/>
                <a:ea typeface="Arial"/>
                <a:cs typeface="Arial"/>
              </a:rPr>
              <a:t>Aldiyar Gaisa  ·  Askhat Rakhmetollayev  ·  Tamerlan Khassenov</a:t>
            </a:r>
          </a:p>
          <a:p xmlns:a="http://schemas.openxmlformats.org/drawingml/2006/main">
            <a:pPr>
              <a:buNone/>
              <a:defRPr sz="1500" b="0">
                <a:solidFill>
                  <a:srgbClr val="F6F8FC"/>
                </a:solidFill>
                <a:latin typeface="Arial"/>
                <a:ea typeface="Arial"/>
                <a:cs typeface="Arial"/>
              </a:defRPr>
            </a:pPr>
            <a:r>
              <a:rPr sz="1500" b="0">
                <a:solidFill>
                  <a:srgbClr val="F6F8FC"/>
                </a:solidFill>
                <a:latin typeface="Arial"/>
                <a:ea typeface="Arial"/>
                <a:cs typeface="Arial"/>
              </a:rPr>
              <a:t>Merey Amangeldi  ·  Asanali Yessenbekov</a:t>
            </a:r>
          </a:p>
        </p:txBody>
      </p:sp>
      <p:sp>
        <p:nvSpPr>
          <p:cNvPr id="6" name="">
            <a:extLst xmlns:a="http://schemas.openxmlformats.org/drawingml/2006/main">
              <a:ext uri="{FF2B5EF4-FFF2-40B4-BE49-F238E27FC236}">
                <a16:creationId xmlns:a16="http://schemas.microsoft.com/office/drawing/2014/main" id="{AA7885E4-7F80-4B33-8B48-795EF5E73F55}"/>
              </a:ext>
            </a:extLst>
          </p:cNvPr>
          <p:cNvSpPr>
            <a:spLocks xmlns:a="http://schemas.openxmlformats.org/drawingml/2006/main" noGrp="1"/>
          </p:cNvSpPr>
          <p:nvPr/>
        </p:nvSpPr>
        <p:spPr>
          <a:xfrm xmlns:a="http://schemas.openxmlformats.org/drawingml/2006/main">
            <a:off x="638175" y="61531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0">
                <a:solidFill>
                  <a:srgbClr val="EBC77E"/>
                </a:solidFill>
                <a:latin typeface="Arial"/>
                <a:ea typeface="Arial"/>
                <a:cs typeface="Arial"/>
              </a:defRPr>
            </a:defPPr>
            <a:lvl1pPr>
              <a:buNone/>
              <a:defRPr sz="1200" b="0">
                <a:solidFill>
                  <a:srgbClr val="EBC77E"/>
                </a:solidFill>
                <a:latin typeface="Arial"/>
                <a:ea typeface="Arial"/>
                <a:cs typeface="Arial"/>
              </a:defRPr>
            </a:lvl1pPr>
            <a:lvl2pPr>
              <a:buNone/>
              <a:defRPr sz="1200" b="0">
                <a:solidFill>
                  <a:srgbClr val="EBC77E"/>
                </a:solidFill>
                <a:latin typeface="Arial"/>
                <a:ea typeface="Arial"/>
                <a:cs typeface="Arial"/>
              </a:defRPr>
            </a:lvl2pPr>
            <a:lvl3pPr>
              <a:buNone/>
              <a:defRPr sz="1200" b="0">
                <a:solidFill>
                  <a:srgbClr val="EBC77E"/>
                </a:solidFill>
                <a:latin typeface="Arial"/>
                <a:ea typeface="Arial"/>
                <a:cs typeface="Arial"/>
              </a:defRPr>
            </a:lvl3pPr>
            <a:lvl4pPr>
              <a:buNone/>
              <a:defRPr sz="1200" b="0">
                <a:solidFill>
                  <a:srgbClr val="EBC77E"/>
                </a:solidFill>
                <a:latin typeface="Arial"/>
                <a:ea typeface="Arial"/>
                <a:cs typeface="Arial"/>
              </a:defRPr>
            </a:lvl4pPr>
            <a:lvl5pPr>
              <a:buNone/>
              <a:defRPr sz="1200" b="0">
                <a:solidFill>
                  <a:srgbClr val="EBC77E"/>
                </a:solidFill>
                <a:latin typeface="Arial"/>
                <a:ea typeface="Arial"/>
                <a:cs typeface="Arial"/>
              </a:defRPr>
            </a:lvl5pPr>
            <a:lvl6pPr>
              <a:buNone/>
              <a:defRPr sz="1200" b="0">
                <a:solidFill>
                  <a:srgbClr val="EBC77E"/>
                </a:solidFill>
                <a:latin typeface="Arial"/>
                <a:ea typeface="Arial"/>
                <a:cs typeface="Arial"/>
              </a:defRPr>
            </a:lvl6pPr>
            <a:lvl7pPr>
              <a:buNone/>
              <a:defRPr sz="1200" b="0">
                <a:solidFill>
                  <a:srgbClr val="EBC77E"/>
                </a:solidFill>
                <a:latin typeface="Arial"/>
                <a:ea typeface="Arial"/>
                <a:cs typeface="Arial"/>
              </a:defRPr>
            </a:lvl7pPr>
            <a:lvl8pPr>
              <a:buNone/>
              <a:defRPr sz="1200" b="0">
                <a:solidFill>
                  <a:srgbClr val="EBC77E"/>
                </a:solidFill>
                <a:latin typeface="Arial"/>
                <a:ea typeface="Arial"/>
                <a:cs typeface="Arial"/>
              </a:defRPr>
            </a:lvl8pPr>
            <a:lvl9pPr>
              <a:buNone/>
              <a:defRPr sz="1200" b="0">
                <a:solidFill>
                  <a:srgbClr val="EBC77E"/>
                </a:solidFill>
                <a:latin typeface="Arial"/>
                <a:ea typeface="Arial"/>
                <a:cs typeface="Arial"/>
              </a:defRPr>
            </a:lvl9pPr>
          </a:lstStyle>
          <a:p xmlns:a="http://schemas.openxmlformats.org/drawingml/2006/main">
            <a:pPr>
              <a:buNone/>
              <a:defRPr sz="1200" b="0">
                <a:solidFill>
                  <a:srgbClr val="EBC77E"/>
                </a:solidFill>
                <a:latin typeface="Arial"/>
                <a:ea typeface="Arial"/>
                <a:cs typeface="Arial"/>
              </a:defRPr>
            </a:pPr>
            <a:r>
              <a:rPr sz="1200" b="0">
                <a:solidFill>
                  <a:srgbClr val="EBC77E"/>
                </a:solidFill>
                <a:latin typeface="Arial"/>
                <a:ea typeface="Arial"/>
                <a:cs typeface="Arial"/>
              </a:rPr>
              <a:t>DRAFT  /  Add real sprint results before the defense</a:t>
            </a:r>
          </a:p>
        </p:txBody>
      </p:sp>
    </p:spTree>
    <p:extLst>
      <p:ext uri="{BB962C8B-B14F-4D97-AF65-F5344CB8AC3E}">
        <p14:creationId xmlns:p14="http://schemas.microsoft.com/office/powerpoint/2010/main" val="102101273"/>
      </p:ext>
    </p:extLst>
  </p:cSld>
</p:sld>
</file>

<file path=ppt/slides/slide2.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FB9D55-2B29-47BB-8AA6-D2BACE02E4BF}"/>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B66C514B-F1A2-4F4B-875D-4EEA9CC1615F}"/>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The campus study-space problem</a:t>
            </a:r>
          </a:p>
        </p:txBody>
      </p:sp>
      <p:sp>
        <p:nvSpPr>
          <p:cNvPr id="3" name="">
            <a:extLst xmlns:a="http://schemas.openxmlformats.org/drawingml/2006/main">
              <a:ext uri="{FF2B5EF4-FFF2-40B4-BE49-F238E27FC236}">
                <a16:creationId xmlns:a16="http://schemas.microsoft.com/office/drawing/2014/main" id="{141BD18A-978E-485D-8329-FB9D19ECC5B4}"/>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2285542-3637-4594-86E8-72B941FE6E65}"/>
              </a:ext>
            </a:extLst>
          </p:cNvPr>
          <p:cNvSpPr>
            <a:spLocks xmlns:a="http://schemas.openxmlformats.org/drawingml/2006/main" noGrp="1"/>
          </p:cNvSpPr>
          <p:nvPr/>
        </p:nvSpPr>
        <p:spPr>
          <a:xfrm xmlns:a="http://schemas.openxmlformats.org/drawingml/2006/main">
            <a:off x="609600" y="1762125"/>
            <a:ext cx="990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F6F8FC"/>
                </a:solidFill>
                <a:latin typeface="Arial"/>
                <a:ea typeface="Arial"/>
                <a:cs typeface="Arial"/>
              </a:defRPr>
            </a:defPPr>
            <a:lvl1pPr>
              <a:buNone/>
              <a:defRPr sz="2550" b="1">
                <a:solidFill>
                  <a:srgbClr val="F6F8FC"/>
                </a:solidFill>
                <a:latin typeface="Arial"/>
                <a:ea typeface="Arial"/>
                <a:cs typeface="Arial"/>
              </a:defRPr>
            </a:lvl1pPr>
            <a:lvl2pPr>
              <a:buNone/>
              <a:defRPr sz="2550" b="1">
                <a:solidFill>
                  <a:srgbClr val="F6F8FC"/>
                </a:solidFill>
                <a:latin typeface="Arial"/>
                <a:ea typeface="Arial"/>
                <a:cs typeface="Arial"/>
              </a:defRPr>
            </a:lvl2pPr>
            <a:lvl3pPr>
              <a:buNone/>
              <a:defRPr sz="2550" b="1">
                <a:solidFill>
                  <a:srgbClr val="F6F8FC"/>
                </a:solidFill>
                <a:latin typeface="Arial"/>
                <a:ea typeface="Arial"/>
                <a:cs typeface="Arial"/>
              </a:defRPr>
            </a:lvl3pPr>
            <a:lvl4pPr>
              <a:buNone/>
              <a:defRPr sz="2550" b="1">
                <a:solidFill>
                  <a:srgbClr val="F6F8FC"/>
                </a:solidFill>
                <a:latin typeface="Arial"/>
                <a:ea typeface="Arial"/>
                <a:cs typeface="Arial"/>
              </a:defRPr>
            </a:lvl4pPr>
            <a:lvl5pPr>
              <a:buNone/>
              <a:defRPr sz="2550" b="1">
                <a:solidFill>
                  <a:srgbClr val="F6F8FC"/>
                </a:solidFill>
                <a:latin typeface="Arial"/>
                <a:ea typeface="Arial"/>
                <a:cs typeface="Arial"/>
              </a:defRPr>
            </a:lvl5pPr>
            <a:lvl6pPr>
              <a:buNone/>
              <a:defRPr sz="2550" b="1">
                <a:solidFill>
                  <a:srgbClr val="F6F8FC"/>
                </a:solidFill>
                <a:latin typeface="Arial"/>
                <a:ea typeface="Arial"/>
                <a:cs typeface="Arial"/>
              </a:defRPr>
            </a:lvl6pPr>
            <a:lvl7pPr>
              <a:buNone/>
              <a:defRPr sz="2550" b="1">
                <a:solidFill>
                  <a:srgbClr val="F6F8FC"/>
                </a:solidFill>
                <a:latin typeface="Arial"/>
                <a:ea typeface="Arial"/>
                <a:cs typeface="Arial"/>
              </a:defRPr>
            </a:lvl7pPr>
            <a:lvl8pPr>
              <a:buNone/>
              <a:defRPr sz="2550" b="1">
                <a:solidFill>
                  <a:srgbClr val="F6F8FC"/>
                </a:solidFill>
                <a:latin typeface="Arial"/>
                <a:ea typeface="Arial"/>
                <a:cs typeface="Arial"/>
              </a:defRPr>
            </a:lvl8pPr>
            <a:lvl9pPr>
              <a:buNone/>
              <a:defRPr sz="2550" b="1">
                <a:solidFill>
                  <a:srgbClr val="F6F8FC"/>
                </a:solidFill>
                <a:latin typeface="Arial"/>
                <a:ea typeface="Arial"/>
                <a:cs typeface="Arial"/>
              </a:defRPr>
            </a:lvl9pPr>
          </a:lstStyle>
          <a:p xmlns:a="http://schemas.openxmlformats.org/drawingml/2006/main">
            <a:pPr>
              <a:buNone/>
              <a:defRPr sz="2550" b="1">
                <a:solidFill>
                  <a:srgbClr val="F6F8FC"/>
                </a:solidFill>
                <a:latin typeface="Arial"/>
                <a:ea typeface="Arial"/>
                <a:cs typeface="Arial"/>
              </a:defRPr>
            </a:pPr>
            <a:r>
              <a:rPr sz="2550" b="1">
                <a:solidFill>
                  <a:srgbClr val="F6F8FC"/>
                </a:solidFill>
                <a:latin typeface="Arial"/>
                <a:ea typeface="Arial"/>
                <a:cs typeface="Arial"/>
              </a:rPr>
              <a:t>Students need current information about noise and power outlets in shared study areas.</a:t>
            </a:r>
          </a:p>
        </p:txBody>
      </p:sp>
      <p:sp>
        <p:nvSpPr>
          <p:cNvPr id="5" name="">
            <a:extLst xmlns:a="http://schemas.openxmlformats.org/drawingml/2006/main">
              <a:ext uri="{FF2B5EF4-FFF2-40B4-BE49-F238E27FC236}">
                <a16:creationId xmlns:a16="http://schemas.microsoft.com/office/drawing/2014/main" id="{3E8E2ABD-2A0B-47F0-B532-A73BDBF0FBEA}"/>
              </a:ext>
            </a:extLst>
          </p:cNvPr>
          <p:cNvSpPr>
            <a:spLocks xmlns:a="http://schemas.openxmlformats.org/drawingml/2006/main" noGrp="1"/>
          </p:cNvSpPr>
          <p:nvPr/>
        </p:nvSpPr>
        <p:spPr>
          <a:xfrm xmlns:a="http://schemas.openxmlformats.org/drawingml/2006/main">
            <a:off x="609600" y="319087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Product goal</a:t>
            </a:r>
          </a:p>
        </p:txBody>
      </p:sp>
      <p:sp>
        <p:nvSpPr>
          <p:cNvPr id="6" name="">
            <a:extLst xmlns:a="http://schemas.openxmlformats.org/drawingml/2006/main">
              <a:ext uri="{FF2B5EF4-FFF2-40B4-BE49-F238E27FC236}">
                <a16:creationId xmlns:a16="http://schemas.microsoft.com/office/drawing/2014/main" id="{5E0312CD-52C6-42A1-9F85-84528F50024D}"/>
              </a:ext>
            </a:extLst>
          </p:cNvPr>
          <p:cNvSpPr>
            <a:spLocks xmlns:a="http://schemas.openxmlformats.org/drawingml/2006/main" noGrp="1"/>
          </p:cNvSpPr>
          <p:nvPr/>
        </p:nvSpPr>
        <p:spPr>
          <a:xfrm xmlns:a="http://schemas.openxmlformats.org/drawingml/2006/main">
            <a:off x="3571875" y="31908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Help a student identify a quiet zone with a reported available outlet within one minute, if one exists.</a:t>
            </a:r>
          </a:p>
        </p:txBody>
      </p:sp>
      <p:sp>
        <p:nvSpPr>
          <p:cNvPr id="7" name="">
            <a:extLst xmlns:a="http://schemas.openxmlformats.org/drawingml/2006/main">
              <a:ext uri="{FF2B5EF4-FFF2-40B4-BE49-F238E27FC236}">
                <a16:creationId xmlns:a16="http://schemas.microsoft.com/office/drawing/2014/main" id="{6FD0A8F7-C5A5-41DB-8B0F-8861EA2D4C61}"/>
              </a:ext>
            </a:extLst>
          </p:cNvPr>
          <p:cNvSpPr>
            <a:spLocks xmlns:a="http://schemas.openxmlformats.org/drawingml/2006/main" noGrp="1"/>
          </p:cNvSpPr>
          <p:nvPr/>
        </p:nvSpPr>
        <p:spPr>
          <a:xfrm xmlns:a="http://schemas.openxmlformats.org/drawingml/2006/main">
            <a:off x="609600" y="405765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Evidence status</a:t>
            </a:r>
          </a:p>
        </p:txBody>
      </p:sp>
      <p:sp>
        <p:nvSpPr>
          <p:cNvPr id="8" name="">
            <a:extLst xmlns:a="http://schemas.openxmlformats.org/drawingml/2006/main">
              <a:ext uri="{FF2B5EF4-FFF2-40B4-BE49-F238E27FC236}">
                <a16:creationId xmlns:a16="http://schemas.microsoft.com/office/drawing/2014/main" id="{C03832C4-F536-4923-95AD-92D2334065CA}"/>
              </a:ext>
            </a:extLst>
          </p:cNvPr>
          <p:cNvSpPr>
            <a:spLocks xmlns:a="http://schemas.openxmlformats.org/drawingml/2006/main" noGrp="1"/>
          </p:cNvSpPr>
          <p:nvPr/>
        </p:nvSpPr>
        <p:spPr>
          <a:xfrm xmlns:a="http://schemas.openxmlformats.org/drawingml/2006/main">
            <a:off x="3571875" y="40576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The search-time estimate and pilot targets are hypotheses. No student research or field measurements are claimed.</a:t>
            </a:r>
          </a:p>
        </p:txBody>
      </p:sp>
    </p:spTree>
    <p:extLst>
      <p:ext uri="{BB962C8B-B14F-4D97-AF65-F5344CB8AC3E}">
        <p14:creationId xmlns:p14="http://schemas.microsoft.com/office/powerpoint/2010/main" val="1560765605"/>
      </p:ext>
    </p:extLst>
  </p:cSld>
</p:sld>
</file>

<file path=ppt/slides/slide3.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DE75AD-0F24-45D0-8A30-B33B401BA8BC}"/>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0A66C9EF-CCD8-4743-B41A-0BA4D6AA6741}"/>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Prototype journey</a:t>
            </a:r>
          </a:p>
        </p:txBody>
      </p:sp>
      <p:sp>
        <p:nvSpPr>
          <p:cNvPr id="3" name="">
            <a:extLst xmlns:a="http://schemas.openxmlformats.org/drawingml/2006/main">
              <a:ext uri="{FF2B5EF4-FFF2-40B4-BE49-F238E27FC236}">
                <a16:creationId xmlns:a16="http://schemas.microsoft.com/office/drawing/2014/main" id="{1BD5C7BE-E6AD-476B-A91E-B8BC428EDF29}"/>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8D38616-C531-4754-A042-3CEE32154188}"/>
              </a:ext>
            </a:extLst>
          </p:cNvPr>
          <p:cNvSpPr>
            <a:spLocks xmlns:a="http://schemas.openxmlformats.org/drawingml/2006/main" noGrp="1"/>
          </p:cNvSpPr>
          <p:nvPr/>
        </p:nvSpPr>
        <p:spPr>
          <a:xfrm xmlns:a="http://schemas.openxmlformats.org/drawingml/2006/main">
            <a:off x="609600" y="161925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01  Explore</a:t>
            </a:r>
          </a:p>
        </p:txBody>
      </p:sp>
      <p:sp>
        <p:nvSpPr>
          <p:cNvPr id="5" name="">
            <a:extLst xmlns:a="http://schemas.openxmlformats.org/drawingml/2006/main">
              <a:ext uri="{FF2B5EF4-FFF2-40B4-BE49-F238E27FC236}">
                <a16:creationId xmlns:a16="http://schemas.microsoft.com/office/drawing/2014/main" id="{DDAC7722-2EB8-413D-85CF-B5C4558121A2}"/>
              </a:ext>
            </a:extLst>
          </p:cNvPr>
          <p:cNvSpPr>
            <a:spLocks xmlns:a="http://schemas.openxmlformats.org/drawingml/2006/main" noGrp="1"/>
          </p:cNvSpPr>
          <p:nvPr/>
        </p:nvSpPr>
        <p:spPr>
          <a:xfrm xmlns:a="http://schemas.openxmlformats.org/drawingml/2006/main">
            <a:off x="3571875" y="16192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Open the campus floor map and compare Quiet, Moderate, Loud and Unknown.</a:t>
            </a:r>
          </a:p>
        </p:txBody>
      </p:sp>
      <p:sp>
        <p:nvSpPr>
          <p:cNvPr id="6" name="">
            <a:extLst xmlns:a="http://schemas.openxmlformats.org/drawingml/2006/main">
              <a:ext uri="{FF2B5EF4-FFF2-40B4-BE49-F238E27FC236}">
                <a16:creationId xmlns:a16="http://schemas.microsoft.com/office/drawing/2014/main" id="{0DC4BB38-C212-4C91-9AE5-4ED00E5C8277}"/>
              </a:ext>
            </a:extLst>
          </p:cNvPr>
          <p:cNvSpPr>
            <a:spLocks xmlns:a="http://schemas.openxmlformats.org/drawingml/2006/main" noGrp="1"/>
          </p:cNvSpPr>
          <p:nvPr/>
        </p:nvSpPr>
        <p:spPr>
          <a:xfrm xmlns:a="http://schemas.openxmlformats.org/drawingml/2006/main">
            <a:off x="609600" y="248602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02  Inspect</a:t>
            </a:r>
          </a:p>
        </p:txBody>
      </p:sp>
      <p:sp>
        <p:nvSpPr>
          <p:cNvPr id="7" name="">
            <a:extLst xmlns:a="http://schemas.openxmlformats.org/drawingml/2006/main">
              <a:ext uri="{FF2B5EF4-FFF2-40B4-BE49-F238E27FC236}">
                <a16:creationId xmlns:a16="http://schemas.microsoft.com/office/drawing/2014/main" id="{FA48DB4C-77D1-4E4F-8CB5-BFD7EB50A048}"/>
              </a:ext>
            </a:extLst>
          </p:cNvPr>
          <p:cNvSpPr>
            <a:spLocks xmlns:a="http://schemas.openxmlformats.org/drawingml/2006/main" noGrp="1"/>
          </p:cNvSpPr>
          <p:nvPr/>
        </p:nvSpPr>
        <p:spPr>
          <a:xfrm xmlns:a="http://schemas.openxmlformats.org/drawingml/2006/main">
            <a:off x="3571875" y="248602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View the zone, outlet availability and separate report ages.</a:t>
            </a:r>
          </a:p>
        </p:txBody>
      </p:sp>
      <p:sp>
        <p:nvSpPr>
          <p:cNvPr id="8" name="">
            <a:extLst xmlns:a="http://schemas.openxmlformats.org/drawingml/2006/main">
              <a:ext uri="{FF2B5EF4-FFF2-40B4-BE49-F238E27FC236}">
                <a16:creationId xmlns:a16="http://schemas.microsoft.com/office/drawing/2014/main" id="{18AB6664-0166-4815-87B5-0E8732E20679}"/>
              </a:ext>
            </a:extLst>
          </p:cNvPr>
          <p:cNvSpPr>
            <a:spLocks xmlns:a="http://schemas.openxmlformats.org/drawingml/2006/main" noGrp="1"/>
          </p:cNvSpPr>
          <p:nvPr/>
        </p:nvSpPr>
        <p:spPr>
          <a:xfrm xmlns:a="http://schemas.openxmlformats.org/drawingml/2006/main">
            <a:off x="609600" y="335280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03  Contribute</a:t>
            </a:r>
          </a:p>
        </p:txBody>
      </p:sp>
      <p:sp>
        <p:nvSpPr>
          <p:cNvPr id="9" name="">
            <a:extLst xmlns:a="http://schemas.openxmlformats.org/drawingml/2006/main">
              <a:ext uri="{FF2B5EF4-FFF2-40B4-BE49-F238E27FC236}">
                <a16:creationId xmlns:a16="http://schemas.microsoft.com/office/drawing/2014/main" id="{2C04E182-019B-4AAB-84B0-391D37915C13}"/>
              </a:ext>
            </a:extLst>
          </p:cNvPr>
          <p:cNvSpPr>
            <a:spLocks xmlns:a="http://schemas.openxmlformats.org/drawingml/2006/main" noGrp="1"/>
          </p:cNvSpPr>
          <p:nvPr/>
        </p:nvSpPr>
        <p:spPr>
          <a:xfrm xmlns:a="http://schemas.openxmlformats.org/drawingml/2006/main">
            <a:off x="3571875" y="33528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Submit a preset example and inspect a simulated verification state.</a:t>
            </a:r>
          </a:p>
        </p:txBody>
      </p:sp>
      <p:sp>
        <p:nvSpPr>
          <p:cNvPr id="10" name="">
            <a:extLst xmlns:a="http://schemas.openxmlformats.org/drawingml/2006/main">
              <a:ext uri="{FF2B5EF4-FFF2-40B4-BE49-F238E27FC236}">
                <a16:creationId xmlns:a16="http://schemas.microsoft.com/office/drawing/2014/main" id="{593BD2BD-8ED5-4687-ADE8-36F59BB52315}"/>
              </a:ext>
            </a:extLst>
          </p:cNvPr>
          <p:cNvSpPr>
            <a:spLocks xmlns:a="http://schemas.openxmlformats.org/drawingml/2006/main" noGrp="1"/>
          </p:cNvSpPr>
          <p:nvPr/>
        </p:nvSpPr>
        <p:spPr>
          <a:xfrm xmlns:a="http://schemas.openxmlformats.org/drawingml/2006/main">
            <a:off x="609600" y="421957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04  Review</a:t>
            </a:r>
          </a:p>
        </p:txBody>
      </p:sp>
      <p:sp>
        <p:nvSpPr>
          <p:cNvPr id="11" name="">
            <a:extLst xmlns:a="http://schemas.openxmlformats.org/drawingml/2006/main">
              <a:ext uri="{FF2B5EF4-FFF2-40B4-BE49-F238E27FC236}">
                <a16:creationId xmlns:a16="http://schemas.microsoft.com/office/drawing/2014/main" id="{3E5F2E09-50DE-4B20-AC20-DF502FE2C858}"/>
              </a:ext>
            </a:extLst>
          </p:cNvPr>
          <p:cNvSpPr>
            <a:spLocks xmlns:a="http://schemas.openxmlformats.org/drawingml/2006/main" noGrp="1"/>
          </p:cNvSpPr>
          <p:nvPr/>
        </p:nvSpPr>
        <p:spPr>
          <a:xfrm xmlns:a="http://schemas.openxmlformats.org/drawingml/2006/main">
            <a:off x="3571875" y="42195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Explore the proposed rewards and demonstration analytics.</a:t>
            </a:r>
          </a:p>
        </p:txBody>
      </p:sp>
      <p:sp>
        <p:nvSpPr>
          <p:cNvPr id="12" name="">
            <a:extLst xmlns:a="http://schemas.openxmlformats.org/drawingml/2006/main">
              <a:ext uri="{FF2B5EF4-FFF2-40B4-BE49-F238E27FC236}">
                <a16:creationId xmlns:a16="http://schemas.microsoft.com/office/drawing/2014/main" id="{0301D7C1-5035-4057-BBFC-1DE9F2BE17BE}"/>
              </a:ext>
            </a:extLst>
          </p:cNvPr>
          <p:cNvSpPr>
            <a:spLocks xmlns:a="http://schemas.openxmlformats.org/drawingml/2006/main" noGrp="1"/>
          </p:cNvSpPr>
          <p:nvPr/>
        </p:nvSpPr>
        <p:spPr>
          <a:xfrm xmlns:a="http://schemas.openxmlformats.org/drawingml/2006/main">
            <a:off x="609600" y="59721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85A1BD"/>
                </a:solidFill>
                <a:latin typeface="Arial"/>
                <a:ea typeface="Arial"/>
                <a:cs typeface="Arial"/>
              </a:defRPr>
            </a:defPPr>
            <a:lvl1pPr>
              <a:buNone/>
              <a:defRPr sz="1275" b="0">
                <a:solidFill>
                  <a:srgbClr val="85A1BD"/>
                </a:solidFill>
                <a:latin typeface="Arial"/>
                <a:ea typeface="Arial"/>
                <a:cs typeface="Arial"/>
              </a:defRPr>
            </a:lvl1pPr>
            <a:lvl2pPr>
              <a:buNone/>
              <a:defRPr sz="1275" b="0">
                <a:solidFill>
                  <a:srgbClr val="85A1BD"/>
                </a:solidFill>
                <a:latin typeface="Arial"/>
                <a:ea typeface="Arial"/>
                <a:cs typeface="Arial"/>
              </a:defRPr>
            </a:lvl2pPr>
            <a:lvl3pPr>
              <a:buNone/>
              <a:defRPr sz="1275" b="0">
                <a:solidFill>
                  <a:srgbClr val="85A1BD"/>
                </a:solidFill>
                <a:latin typeface="Arial"/>
                <a:ea typeface="Arial"/>
                <a:cs typeface="Arial"/>
              </a:defRPr>
            </a:lvl3pPr>
            <a:lvl4pPr>
              <a:buNone/>
              <a:defRPr sz="1275" b="0">
                <a:solidFill>
                  <a:srgbClr val="85A1BD"/>
                </a:solidFill>
                <a:latin typeface="Arial"/>
                <a:ea typeface="Arial"/>
                <a:cs typeface="Arial"/>
              </a:defRPr>
            </a:lvl4pPr>
            <a:lvl5pPr>
              <a:buNone/>
              <a:defRPr sz="1275" b="0">
                <a:solidFill>
                  <a:srgbClr val="85A1BD"/>
                </a:solidFill>
                <a:latin typeface="Arial"/>
                <a:ea typeface="Arial"/>
                <a:cs typeface="Arial"/>
              </a:defRPr>
            </a:lvl5pPr>
            <a:lvl6pPr>
              <a:buNone/>
              <a:defRPr sz="1275" b="0">
                <a:solidFill>
                  <a:srgbClr val="85A1BD"/>
                </a:solidFill>
                <a:latin typeface="Arial"/>
                <a:ea typeface="Arial"/>
                <a:cs typeface="Arial"/>
              </a:defRPr>
            </a:lvl6pPr>
            <a:lvl7pPr>
              <a:buNone/>
              <a:defRPr sz="1275" b="0">
                <a:solidFill>
                  <a:srgbClr val="85A1BD"/>
                </a:solidFill>
                <a:latin typeface="Arial"/>
                <a:ea typeface="Arial"/>
                <a:cs typeface="Arial"/>
              </a:defRPr>
            </a:lvl7pPr>
            <a:lvl8pPr>
              <a:buNone/>
              <a:defRPr sz="1275" b="0">
                <a:solidFill>
                  <a:srgbClr val="85A1BD"/>
                </a:solidFill>
                <a:latin typeface="Arial"/>
                <a:ea typeface="Arial"/>
                <a:cs typeface="Arial"/>
              </a:defRPr>
            </a:lvl8pPr>
            <a:lvl9pPr>
              <a:buNone/>
              <a:defRPr sz="1275" b="0">
                <a:solidFill>
                  <a:srgbClr val="85A1BD"/>
                </a:solidFill>
                <a:latin typeface="Arial"/>
                <a:ea typeface="Arial"/>
                <a:cs typeface="Arial"/>
              </a:defRPr>
            </a:lvl9pPr>
          </a:lstStyle>
          <a:p xmlns:a="http://schemas.openxmlformats.org/drawingml/2006/main">
            <a:pPr>
              <a:buNone/>
              <a:defRPr sz="1275" b="0">
                <a:solidFill>
                  <a:srgbClr val="85A1BD"/>
                </a:solidFill>
                <a:latin typeface="Arial"/>
                <a:ea typeface="Arial"/>
                <a:cs typeface="Arial"/>
              </a:defRPr>
            </a:pPr>
            <a:r>
              <a:rPr sz="1275" b="0">
                <a:solidFill>
                  <a:srgbClr val="85A1BD"/>
                </a:solidFill>
                <a:latin typeface="Arial"/>
                <a:ea typeface="Arial"/>
                <a:cs typeface="Arial"/>
              </a:rPr>
              <a:t>Schematic campus layout and demonstration data throughout</a:t>
            </a:r>
          </a:p>
        </p:txBody>
      </p:sp>
    </p:spTree>
    <p:extLst>
      <p:ext uri="{BB962C8B-B14F-4D97-AF65-F5344CB8AC3E}">
        <p14:creationId xmlns:p14="http://schemas.microsoft.com/office/powerpoint/2010/main" val="1421283870"/>
      </p:ext>
    </p:extLst>
  </p:cSld>
</p:sld>
</file>

<file path=ppt/slides/slide4.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DFEA24-1BDB-4EEA-ABDB-A13393B263D4}"/>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E62EBBEB-5F64-434F-8167-CF539FF25814}"/>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Freshness and trust</a:t>
            </a:r>
          </a:p>
        </p:txBody>
      </p:sp>
      <p:sp>
        <p:nvSpPr>
          <p:cNvPr id="3" name="">
            <a:extLst xmlns:a="http://schemas.openxmlformats.org/drawingml/2006/main">
              <a:ext uri="{FF2B5EF4-FFF2-40B4-BE49-F238E27FC236}">
                <a16:creationId xmlns:a16="http://schemas.microsoft.com/office/drawing/2014/main" id="{B54D9147-8720-41B8-B01F-83676C2C2BD4}"/>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A9FB4BB9-520F-41FC-A437-AEDDBA122712}"/>
              </a:ext>
            </a:extLst>
          </p:cNvPr>
          <p:cNvSpPr>
            <a:spLocks xmlns:a="http://schemas.openxmlformats.org/drawingml/2006/main" noGrp="1"/>
          </p:cNvSpPr>
          <p:nvPr/>
        </p:nvSpPr>
        <p:spPr>
          <a:xfrm xmlns:a="http://schemas.openxmlformats.org/drawingml/2006/main">
            <a:off x="609600" y="17621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55C3F2"/>
                </a:solidFill>
                <a:latin typeface="Arial"/>
                <a:ea typeface="Arial"/>
                <a:cs typeface="Arial"/>
              </a:defRPr>
            </a:defPPr>
            <a:lvl1pPr>
              <a:buNone/>
              <a:defRPr sz="5850" b="1">
                <a:solidFill>
                  <a:srgbClr val="55C3F2"/>
                </a:solidFill>
                <a:latin typeface="Arial"/>
                <a:ea typeface="Arial"/>
                <a:cs typeface="Arial"/>
              </a:defRPr>
            </a:lvl1pPr>
            <a:lvl2pPr>
              <a:buNone/>
              <a:defRPr sz="5850" b="1">
                <a:solidFill>
                  <a:srgbClr val="55C3F2"/>
                </a:solidFill>
                <a:latin typeface="Arial"/>
                <a:ea typeface="Arial"/>
                <a:cs typeface="Arial"/>
              </a:defRPr>
            </a:lvl2pPr>
            <a:lvl3pPr>
              <a:buNone/>
              <a:defRPr sz="5850" b="1">
                <a:solidFill>
                  <a:srgbClr val="55C3F2"/>
                </a:solidFill>
                <a:latin typeface="Arial"/>
                <a:ea typeface="Arial"/>
                <a:cs typeface="Arial"/>
              </a:defRPr>
            </a:lvl3pPr>
            <a:lvl4pPr>
              <a:buNone/>
              <a:defRPr sz="5850" b="1">
                <a:solidFill>
                  <a:srgbClr val="55C3F2"/>
                </a:solidFill>
                <a:latin typeface="Arial"/>
                <a:ea typeface="Arial"/>
                <a:cs typeface="Arial"/>
              </a:defRPr>
            </a:lvl4pPr>
            <a:lvl5pPr>
              <a:buNone/>
              <a:defRPr sz="5850" b="1">
                <a:solidFill>
                  <a:srgbClr val="55C3F2"/>
                </a:solidFill>
                <a:latin typeface="Arial"/>
                <a:ea typeface="Arial"/>
                <a:cs typeface="Arial"/>
              </a:defRPr>
            </a:lvl5pPr>
            <a:lvl6pPr>
              <a:buNone/>
              <a:defRPr sz="5850" b="1">
                <a:solidFill>
                  <a:srgbClr val="55C3F2"/>
                </a:solidFill>
                <a:latin typeface="Arial"/>
                <a:ea typeface="Arial"/>
                <a:cs typeface="Arial"/>
              </a:defRPr>
            </a:lvl6pPr>
            <a:lvl7pPr>
              <a:buNone/>
              <a:defRPr sz="5850" b="1">
                <a:solidFill>
                  <a:srgbClr val="55C3F2"/>
                </a:solidFill>
                <a:latin typeface="Arial"/>
                <a:ea typeface="Arial"/>
                <a:cs typeface="Arial"/>
              </a:defRPr>
            </a:lvl7pPr>
            <a:lvl8pPr>
              <a:buNone/>
              <a:defRPr sz="5850" b="1">
                <a:solidFill>
                  <a:srgbClr val="55C3F2"/>
                </a:solidFill>
                <a:latin typeface="Arial"/>
                <a:ea typeface="Arial"/>
                <a:cs typeface="Arial"/>
              </a:defRPr>
            </a:lvl8pPr>
            <a:lvl9pPr>
              <a:buNone/>
              <a:defRPr sz="5850" b="1">
                <a:solidFill>
                  <a:srgbClr val="55C3F2"/>
                </a:solidFill>
                <a:latin typeface="Arial"/>
                <a:ea typeface="Arial"/>
                <a:cs typeface="Arial"/>
              </a:defRPr>
            </a:lvl9pPr>
          </a:lstStyle>
          <a:p xmlns:a="http://schemas.openxmlformats.org/drawingml/2006/main">
            <a:pPr>
              <a:buNone/>
              <a:defRPr sz="5850" b="1">
                <a:solidFill>
                  <a:srgbClr val="55C3F2"/>
                </a:solidFill>
                <a:latin typeface="Arial"/>
                <a:ea typeface="Arial"/>
                <a:cs typeface="Arial"/>
              </a:defRPr>
            </a:pPr>
            <a:r>
              <a:rPr sz="5850" b="1">
                <a:solidFill>
                  <a:srgbClr val="55C3F2"/>
                </a:solidFill>
                <a:latin typeface="Arial"/>
                <a:ea typeface="Arial"/>
                <a:cs typeface="Arial"/>
              </a:rPr>
              <a:t>45 min</a:t>
            </a:r>
          </a:p>
        </p:txBody>
      </p:sp>
      <p:sp>
        <p:nvSpPr>
          <p:cNvPr id="5" name="">
            <a:extLst xmlns:a="http://schemas.openxmlformats.org/drawingml/2006/main">
              <a:ext uri="{FF2B5EF4-FFF2-40B4-BE49-F238E27FC236}">
                <a16:creationId xmlns:a16="http://schemas.microsoft.com/office/drawing/2014/main" id="{DF53E310-93E1-4F6E-80D5-6BB0A95E9084}"/>
              </a:ext>
            </a:extLst>
          </p:cNvPr>
          <p:cNvSpPr>
            <a:spLocks xmlns:a="http://schemas.openxmlformats.org/drawingml/2006/main" noGrp="1"/>
          </p:cNvSpPr>
          <p:nvPr/>
        </p:nvSpPr>
        <p:spPr>
          <a:xfrm xmlns:a="http://schemas.openxmlformats.org/drawingml/2006/main">
            <a:off x="4429125" y="1819275"/>
            <a:ext cx="676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325" b="1">
                <a:solidFill>
                  <a:srgbClr val="F6F8FC"/>
                </a:solidFill>
                <a:latin typeface="Arial"/>
                <a:ea typeface="Arial"/>
                <a:cs typeface="Arial"/>
              </a:defRPr>
            </a:defPPr>
            <a:lvl1pPr>
              <a:buNone/>
              <a:defRPr sz="2325" b="1">
                <a:solidFill>
                  <a:srgbClr val="F6F8FC"/>
                </a:solidFill>
                <a:latin typeface="Arial"/>
                <a:ea typeface="Arial"/>
                <a:cs typeface="Arial"/>
              </a:defRPr>
            </a:lvl1pPr>
            <a:lvl2pPr>
              <a:buNone/>
              <a:defRPr sz="2325" b="1">
                <a:solidFill>
                  <a:srgbClr val="F6F8FC"/>
                </a:solidFill>
                <a:latin typeface="Arial"/>
                <a:ea typeface="Arial"/>
                <a:cs typeface="Arial"/>
              </a:defRPr>
            </a:lvl2pPr>
            <a:lvl3pPr>
              <a:buNone/>
              <a:defRPr sz="2325" b="1">
                <a:solidFill>
                  <a:srgbClr val="F6F8FC"/>
                </a:solidFill>
                <a:latin typeface="Arial"/>
                <a:ea typeface="Arial"/>
                <a:cs typeface="Arial"/>
              </a:defRPr>
            </a:lvl3pPr>
            <a:lvl4pPr>
              <a:buNone/>
              <a:defRPr sz="2325" b="1">
                <a:solidFill>
                  <a:srgbClr val="F6F8FC"/>
                </a:solidFill>
                <a:latin typeface="Arial"/>
                <a:ea typeface="Arial"/>
                <a:cs typeface="Arial"/>
              </a:defRPr>
            </a:lvl4pPr>
            <a:lvl5pPr>
              <a:buNone/>
              <a:defRPr sz="2325" b="1">
                <a:solidFill>
                  <a:srgbClr val="F6F8FC"/>
                </a:solidFill>
                <a:latin typeface="Arial"/>
                <a:ea typeface="Arial"/>
                <a:cs typeface="Arial"/>
              </a:defRPr>
            </a:lvl5pPr>
            <a:lvl6pPr>
              <a:buNone/>
              <a:defRPr sz="2325" b="1">
                <a:solidFill>
                  <a:srgbClr val="F6F8FC"/>
                </a:solidFill>
                <a:latin typeface="Arial"/>
                <a:ea typeface="Arial"/>
                <a:cs typeface="Arial"/>
              </a:defRPr>
            </a:lvl6pPr>
            <a:lvl7pPr>
              <a:buNone/>
              <a:defRPr sz="2325" b="1">
                <a:solidFill>
                  <a:srgbClr val="F6F8FC"/>
                </a:solidFill>
                <a:latin typeface="Arial"/>
                <a:ea typeface="Arial"/>
                <a:cs typeface="Arial"/>
              </a:defRPr>
            </a:lvl7pPr>
            <a:lvl8pPr>
              <a:buNone/>
              <a:defRPr sz="2325" b="1">
                <a:solidFill>
                  <a:srgbClr val="F6F8FC"/>
                </a:solidFill>
                <a:latin typeface="Arial"/>
                <a:ea typeface="Arial"/>
                <a:cs typeface="Arial"/>
              </a:defRPr>
            </a:lvl8pPr>
            <a:lvl9pPr>
              <a:buNone/>
              <a:defRPr sz="2325" b="1">
                <a:solidFill>
                  <a:srgbClr val="F6F8FC"/>
                </a:solidFill>
                <a:latin typeface="Arial"/>
                <a:ea typeface="Arial"/>
                <a:cs typeface="Arial"/>
              </a:defRPr>
            </a:lvl9pPr>
          </a:lstStyle>
          <a:p xmlns:a="http://schemas.openxmlformats.org/drawingml/2006/main">
            <a:pPr>
              <a:buNone/>
              <a:defRPr sz="2325" b="1">
                <a:solidFill>
                  <a:srgbClr val="F6F8FC"/>
                </a:solidFill>
                <a:latin typeface="Arial"/>
                <a:ea typeface="Arial"/>
                <a:cs typeface="Arial"/>
              </a:defRPr>
            </a:pPr>
            <a:r>
              <a:rPr sz="2325" b="1">
                <a:solidFill>
                  <a:srgbClr val="F6F8FC"/>
                </a:solidFill>
                <a:latin typeface="Arial"/>
                <a:ea typeface="Arial"/>
                <a:cs typeface="Arial"/>
              </a:rPr>
              <a:t>A report becomes Unknown at the expiry boundary.</a:t>
            </a:r>
          </a:p>
        </p:txBody>
      </p:sp>
      <p:sp>
        <p:nvSpPr>
          <p:cNvPr id="6" name="">
            <a:extLst xmlns:a="http://schemas.openxmlformats.org/drawingml/2006/main">
              <a:ext uri="{FF2B5EF4-FFF2-40B4-BE49-F238E27FC236}">
                <a16:creationId xmlns:a16="http://schemas.microsoft.com/office/drawing/2014/main" id="{DDCF8717-DB6C-4099-9879-8BA2D47A6A7A}"/>
              </a:ext>
            </a:extLst>
          </p:cNvPr>
          <p:cNvSpPr>
            <a:spLocks xmlns:a="http://schemas.openxmlformats.org/drawingml/2006/main" noGrp="1"/>
          </p:cNvSpPr>
          <p:nvPr/>
        </p:nvSpPr>
        <p:spPr>
          <a:xfrm xmlns:a="http://schemas.openxmlformats.org/drawingml/2006/main">
            <a:off x="609600" y="319087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Separate clocks</a:t>
            </a:r>
          </a:p>
        </p:txBody>
      </p:sp>
      <p:sp>
        <p:nvSpPr>
          <p:cNvPr id="7" name="">
            <a:extLst xmlns:a="http://schemas.openxmlformats.org/drawingml/2006/main">
              <a:ext uri="{FF2B5EF4-FFF2-40B4-BE49-F238E27FC236}">
                <a16:creationId xmlns:a16="http://schemas.microsoft.com/office/drawing/2014/main" id="{987DB643-0596-4FCB-A52F-3BF13447665C}"/>
              </a:ext>
            </a:extLst>
          </p:cNvPr>
          <p:cNvSpPr>
            <a:spLocks xmlns:a="http://schemas.openxmlformats.org/drawingml/2006/main" noGrp="1"/>
          </p:cNvSpPr>
          <p:nvPr/>
        </p:nvSpPr>
        <p:spPr>
          <a:xfrm xmlns:a="http://schemas.openxmlformats.org/drawingml/2006/main">
            <a:off x="3571875" y="31908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Noise and outlet observations have independent timestamps and expiry.</a:t>
            </a:r>
          </a:p>
        </p:txBody>
      </p:sp>
      <p:sp>
        <p:nvSpPr>
          <p:cNvPr id="8" name="">
            <a:extLst xmlns:a="http://schemas.openxmlformats.org/drawingml/2006/main">
              <a:ext uri="{FF2B5EF4-FFF2-40B4-BE49-F238E27FC236}">
                <a16:creationId xmlns:a16="http://schemas.microsoft.com/office/drawing/2014/main" id="{4018A1F0-99CE-44CB-8A1D-1A9D5C270D70}"/>
              </a:ext>
            </a:extLst>
          </p:cNvPr>
          <p:cNvSpPr>
            <a:spLocks xmlns:a="http://schemas.openxmlformats.org/drawingml/2006/main" noGrp="1"/>
          </p:cNvSpPr>
          <p:nvPr/>
        </p:nvSpPr>
        <p:spPr>
          <a:xfrm xmlns:a="http://schemas.openxmlformats.org/drawingml/2006/main">
            <a:off x="609600" y="405765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What is simulated</a:t>
            </a:r>
          </a:p>
        </p:txBody>
      </p:sp>
      <p:sp>
        <p:nvSpPr>
          <p:cNvPr id="9" name="">
            <a:extLst xmlns:a="http://schemas.openxmlformats.org/drawingml/2006/main">
              <a:ext uri="{FF2B5EF4-FFF2-40B4-BE49-F238E27FC236}">
                <a16:creationId xmlns:a16="http://schemas.microsoft.com/office/drawing/2014/main" id="{B4C07AA7-1362-4C6D-BDC3-E8DBB9FC4C05}"/>
              </a:ext>
            </a:extLst>
          </p:cNvPr>
          <p:cNvSpPr>
            <a:spLocks xmlns:a="http://schemas.openxmlformats.org/drawingml/2006/main" noGrp="1"/>
          </p:cNvSpPr>
          <p:nvPr/>
        </p:nvSpPr>
        <p:spPr>
          <a:xfrm xmlns:a="http://schemas.openxmlformats.org/drawingml/2006/main">
            <a:off x="3571875" y="40576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Eligibility, report submission and expiration appear as design states only.</a:t>
            </a:r>
          </a:p>
        </p:txBody>
      </p:sp>
      <p:sp>
        <p:nvSpPr>
          <p:cNvPr id="10" name="">
            <a:extLst xmlns:a="http://schemas.openxmlformats.org/drawingml/2006/main">
              <a:ext uri="{FF2B5EF4-FFF2-40B4-BE49-F238E27FC236}">
                <a16:creationId xmlns:a16="http://schemas.microsoft.com/office/drawing/2014/main" id="{AF7268BD-9A34-409D-AD9E-6FFF8C2546BD}"/>
              </a:ext>
            </a:extLst>
          </p:cNvPr>
          <p:cNvSpPr>
            <a:spLocks xmlns:a="http://schemas.openxmlformats.org/drawingml/2006/main" noGrp="1"/>
          </p:cNvSpPr>
          <p:nvPr/>
        </p:nvSpPr>
        <p:spPr>
          <a:xfrm xmlns:a="http://schemas.openxmlformats.org/drawingml/2006/main">
            <a:off x="609600" y="492442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What is pending</a:t>
            </a:r>
          </a:p>
        </p:txBody>
      </p:sp>
      <p:sp>
        <p:nvSpPr>
          <p:cNvPr id="11" name="">
            <a:extLst xmlns:a="http://schemas.openxmlformats.org/drawingml/2006/main">
              <a:ext uri="{FF2B5EF4-FFF2-40B4-BE49-F238E27FC236}">
                <a16:creationId xmlns:a16="http://schemas.microsoft.com/office/drawing/2014/main" id="{3245D6F2-9E19-4044-9CF5-B154E9DE40D9}"/>
              </a:ext>
            </a:extLst>
          </p:cNvPr>
          <p:cNvSpPr>
            <a:spLocks xmlns:a="http://schemas.openxmlformats.org/drawingml/2006/main" noGrp="1"/>
          </p:cNvSpPr>
          <p:nvPr/>
        </p:nvSpPr>
        <p:spPr>
          <a:xfrm xmlns:a="http://schemas.openxmlformats.org/drawingml/2006/main">
            <a:off x="3571875" y="492442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Server enforcement, microphone privacy and production behavior remain unverified.</a:t>
            </a:r>
          </a:p>
        </p:txBody>
      </p:sp>
    </p:spTree>
    <p:extLst>
      <p:ext uri="{BB962C8B-B14F-4D97-AF65-F5344CB8AC3E}">
        <p14:creationId xmlns:p14="http://schemas.microsoft.com/office/powerpoint/2010/main" val="1688805337"/>
      </p:ext>
    </p:extLst>
  </p:cSld>
</p:sld>
</file>

<file path=ppt/slides/slide5.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DBA9F5-956F-4888-8E6E-EA6000936E3D}"/>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434BD734-BDBC-4932-8330-7FA3740C5FE3}"/>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Product backlog and visual board</a:t>
            </a:r>
          </a:p>
        </p:txBody>
      </p:sp>
      <p:sp>
        <p:nvSpPr>
          <p:cNvPr id="3" name="">
            <a:extLst xmlns:a="http://schemas.openxmlformats.org/drawingml/2006/main">
              <a:ext uri="{FF2B5EF4-FFF2-40B4-BE49-F238E27FC236}">
                <a16:creationId xmlns:a16="http://schemas.microsoft.com/office/drawing/2014/main" id="{D3477575-1900-4FFB-A099-8618FEFCFC29}"/>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278BB7E9-D8DE-4D3D-99B3-6707976488FA}"/>
              </a:ext>
            </a:extLst>
          </p:cNvPr>
          <p:cNvSpPr>
            <a:spLocks xmlns:a="http://schemas.openxmlformats.org/drawingml/2006/main" noGrp="1"/>
          </p:cNvSpPr>
          <p:nvPr/>
        </p:nvSpPr>
        <p:spPr>
          <a:xfrm xmlns:a="http://schemas.openxmlformats.org/drawingml/2006/main">
            <a:off x="609600" y="18097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55C3F2"/>
                </a:solidFill>
                <a:latin typeface="Arial"/>
                <a:ea typeface="Arial"/>
                <a:cs typeface="Arial"/>
              </a:defRPr>
            </a:defPPr>
            <a:lvl1pPr>
              <a:buNone/>
              <a:defRPr sz="5850" b="1">
                <a:solidFill>
                  <a:srgbClr val="55C3F2"/>
                </a:solidFill>
                <a:latin typeface="Arial"/>
                <a:ea typeface="Arial"/>
                <a:cs typeface="Arial"/>
              </a:defRPr>
            </a:lvl1pPr>
            <a:lvl2pPr>
              <a:buNone/>
              <a:defRPr sz="5850" b="1">
                <a:solidFill>
                  <a:srgbClr val="55C3F2"/>
                </a:solidFill>
                <a:latin typeface="Arial"/>
                <a:ea typeface="Arial"/>
                <a:cs typeface="Arial"/>
              </a:defRPr>
            </a:lvl2pPr>
            <a:lvl3pPr>
              <a:buNone/>
              <a:defRPr sz="5850" b="1">
                <a:solidFill>
                  <a:srgbClr val="55C3F2"/>
                </a:solidFill>
                <a:latin typeface="Arial"/>
                <a:ea typeface="Arial"/>
                <a:cs typeface="Arial"/>
              </a:defRPr>
            </a:lvl3pPr>
            <a:lvl4pPr>
              <a:buNone/>
              <a:defRPr sz="5850" b="1">
                <a:solidFill>
                  <a:srgbClr val="55C3F2"/>
                </a:solidFill>
                <a:latin typeface="Arial"/>
                <a:ea typeface="Arial"/>
                <a:cs typeface="Arial"/>
              </a:defRPr>
            </a:lvl4pPr>
            <a:lvl5pPr>
              <a:buNone/>
              <a:defRPr sz="5850" b="1">
                <a:solidFill>
                  <a:srgbClr val="55C3F2"/>
                </a:solidFill>
                <a:latin typeface="Arial"/>
                <a:ea typeface="Arial"/>
                <a:cs typeface="Arial"/>
              </a:defRPr>
            </a:lvl5pPr>
            <a:lvl6pPr>
              <a:buNone/>
              <a:defRPr sz="5850" b="1">
                <a:solidFill>
                  <a:srgbClr val="55C3F2"/>
                </a:solidFill>
                <a:latin typeface="Arial"/>
                <a:ea typeface="Arial"/>
                <a:cs typeface="Arial"/>
              </a:defRPr>
            </a:lvl6pPr>
            <a:lvl7pPr>
              <a:buNone/>
              <a:defRPr sz="5850" b="1">
                <a:solidFill>
                  <a:srgbClr val="55C3F2"/>
                </a:solidFill>
                <a:latin typeface="Arial"/>
                <a:ea typeface="Arial"/>
                <a:cs typeface="Arial"/>
              </a:defRPr>
            </a:lvl7pPr>
            <a:lvl8pPr>
              <a:buNone/>
              <a:defRPr sz="5850" b="1">
                <a:solidFill>
                  <a:srgbClr val="55C3F2"/>
                </a:solidFill>
                <a:latin typeface="Arial"/>
                <a:ea typeface="Arial"/>
                <a:cs typeface="Arial"/>
              </a:defRPr>
            </a:lvl8pPr>
            <a:lvl9pPr>
              <a:buNone/>
              <a:defRPr sz="5850" b="1">
                <a:solidFill>
                  <a:srgbClr val="55C3F2"/>
                </a:solidFill>
                <a:latin typeface="Arial"/>
                <a:ea typeface="Arial"/>
                <a:cs typeface="Arial"/>
              </a:defRPr>
            </a:lvl9pPr>
          </a:lstStyle>
          <a:p xmlns:a="http://schemas.openxmlformats.org/drawingml/2006/main">
            <a:pPr>
              <a:buNone/>
              <a:defRPr sz="5850" b="1">
                <a:solidFill>
                  <a:srgbClr val="55C3F2"/>
                </a:solidFill>
                <a:latin typeface="Arial"/>
                <a:ea typeface="Arial"/>
                <a:cs typeface="Arial"/>
              </a:defRPr>
            </a:pPr>
            <a:r>
              <a:rPr sz="5850" b="1">
                <a:solidFill>
                  <a:srgbClr val="55C3F2"/>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98BE792F-1293-469B-9C62-986694ACD51E}"/>
              </a:ext>
            </a:extLst>
          </p:cNvPr>
          <p:cNvSpPr>
            <a:spLocks xmlns:a="http://schemas.openxmlformats.org/drawingml/2006/main" noGrp="1"/>
          </p:cNvSpPr>
          <p:nvPr/>
        </p:nvSpPr>
        <p:spPr>
          <a:xfrm xmlns:a="http://schemas.openxmlformats.org/drawingml/2006/main">
            <a:off x="609600" y="26955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B3C3D7"/>
                </a:solidFill>
                <a:latin typeface="Arial"/>
                <a:ea typeface="Arial"/>
                <a:cs typeface="Arial"/>
              </a:defRPr>
            </a:defPPr>
            <a:lvl1pPr>
              <a:buNone/>
              <a:defRPr sz="1725" b="0">
                <a:solidFill>
                  <a:srgbClr val="B3C3D7"/>
                </a:solidFill>
                <a:latin typeface="Arial"/>
                <a:ea typeface="Arial"/>
                <a:cs typeface="Arial"/>
              </a:defRPr>
            </a:lvl1pPr>
            <a:lvl2pPr>
              <a:buNone/>
              <a:defRPr sz="1725" b="0">
                <a:solidFill>
                  <a:srgbClr val="B3C3D7"/>
                </a:solidFill>
                <a:latin typeface="Arial"/>
                <a:ea typeface="Arial"/>
                <a:cs typeface="Arial"/>
              </a:defRPr>
            </a:lvl2pPr>
            <a:lvl3pPr>
              <a:buNone/>
              <a:defRPr sz="1725" b="0">
                <a:solidFill>
                  <a:srgbClr val="B3C3D7"/>
                </a:solidFill>
                <a:latin typeface="Arial"/>
                <a:ea typeface="Arial"/>
                <a:cs typeface="Arial"/>
              </a:defRPr>
            </a:lvl3pPr>
            <a:lvl4pPr>
              <a:buNone/>
              <a:defRPr sz="1725" b="0">
                <a:solidFill>
                  <a:srgbClr val="B3C3D7"/>
                </a:solidFill>
                <a:latin typeface="Arial"/>
                <a:ea typeface="Arial"/>
                <a:cs typeface="Arial"/>
              </a:defRPr>
            </a:lvl4pPr>
            <a:lvl5pPr>
              <a:buNone/>
              <a:defRPr sz="1725" b="0">
                <a:solidFill>
                  <a:srgbClr val="B3C3D7"/>
                </a:solidFill>
                <a:latin typeface="Arial"/>
                <a:ea typeface="Arial"/>
                <a:cs typeface="Arial"/>
              </a:defRPr>
            </a:lvl5pPr>
            <a:lvl6pPr>
              <a:buNone/>
              <a:defRPr sz="1725" b="0">
                <a:solidFill>
                  <a:srgbClr val="B3C3D7"/>
                </a:solidFill>
                <a:latin typeface="Arial"/>
                <a:ea typeface="Arial"/>
                <a:cs typeface="Arial"/>
              </a:defRPr>
            </a:lvl6pPr>
            <a:lvl7pPr>
              <a:buNone/>
              <a:defRPr sz="1725" b="0">
                <a:solidFill>
                  <a:srgbClr val="B3C3D7"/>
                </a:solidFill>
                <a:latin typeface="Arial"/>
                <a:ea typeface="Arial"/>
                <a:cs typeface="Arial"/>
              </a:defRPr>
            </a:lvl7pPr>
            <a:lvl8pPr>
              <a:buNone/>
              <a:defRPr sz="1725" b="0">
                <a:solidFill>
                  <a:srgbClr val="B3C3D7"/>
                </a:solidFill>
                <a:latin typeface="Arial"/>
                <a:ea typeface="Arial"/>
                <a:cs typeface="Arial"/>
              </a:defRPr>
            </a:lvl8pPr>
            <a:lvl9pPr>
              <a:buNone/>
              <a:defRPr sz="1725" b="0">
                <a:solidFill>
                  <a:srgbClr val="B3C3D7"/>
                </a:solidFill>
                <a:latin typeface="Arial"/>
                <a:ea typeface="Arial"/>
                <a:cs typeface="Arial"/>
              </a:defRPr>
            </a:lvl9pPr>
          </a:lstStyle>
          <a:p xmlns:a="http://schemas.openxmlformats.org/drawingml/2006/main">
            <a:pPr>
              <a:buNone/>
              <a:defRPr sz="1725" b="0">
                <a:solidFill>
                  <a:srgbClr val="B3C3D7"/>
                </a:solidFill>
                <a:latin typeface="Arial"/>
                <a:ea typeface="Arial"/>
                <a:cs typeface="Arial"/>
              </a:defRPr>
            </a:pPr>
            <a:r>
              <a:rPr sz="1725" b="0">
                <a:solidFill>
                  <a:srgbClr val="B3C3D7"/>
                </a:solidFill>
                <a:latin typeface="Arial"/>
                <a:ea typeface="Arial"/>
                <a:cs typeface="Arial"/>
              </a:rPr>
              <a:t>user stories</a:t>
            </a:r>
          </a:p>
        </p:txBody>
      </p:sp>
      <p:sp>
        <p:nvSpPr>
          <p:cNvPr id="6" name="">
            <a:extLst xmlns:a="http://schemas.openxmlformats.org/drawingml/2006/main">
              <a:ext uri="{FF2B5EF4-FFF2-40B4-BE49-F238E27FC236}">
                <a16:creationId xmlns:a16="http://schemas.microsoft.com/office/drawing/2014/main" id="{6F4BC994-522F-4A37-BE88-66E4591F1DEB}"/>
              </a:ext>
            </a:extLst>
          </p:cNvPr>
          <p:cNvSpPr>
            <a:spLocks xmlns:a="http://schemas.openxmlformats.org/drawingml/2006/main" noGrp="1"/>
          </p:cNvSpPr>
          <p:nvPr/>
        </p:nvSpPr>
        <p:spPr>
          <a:xfrm xmlns:a="http://schemas.openxmlformats.org/drawingml/2006/main">
            <a:off x="3143250" y="18097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55C3F2"/>
                </a:solidFill>
                <a:latin typeface="Arial"/>
                <a:ea typeface="Arial"/>
                <a:cs typeface="Arial"/>
              </a:defRPr>
            </a:defPPr>
            <a:lvl1pPr>
              <a:buNone/>
              <a:defRPr sz="5850" b="1">
                <a:solidFill>
                  <a:srgbClr val="55C3F2"/>
                </a:solidFill>
                <a:latin typeface="Arial"/>
                <a:ea typeface="Arial"/>
                <a:cs typeface="Arial"/>
              </a:defRPr>
            </a:lvl1pPr>
            <a:lvl2pPr>
              <a:buNone/>
              <a:defRPr sz="5850" b="1">
                <a:solidFill>
                  <a:srgbClr val="55C3F2"/>
                </a:solidFill>
                <a:latin typeface="Arial"/>
                <a:ea typeface="Arial"/>
                <a:cs typeface="Arial"/>
              </a:defRPr>
            </a:lvl2pPr>
            <a:lvl3pPr>
              <a:buNone/>
              <a:defRPr sz="5850" b="1">
                <a:solidFill>
                  <a:srgbClr val="55C3F2"/>
                </a:solidFill>
                <a:latin typeface="Arial"/>
                <a:ea typeface="Arial"/>
                <a:cs typeface="Arial"/>
              </a:defRPr>
            </a:lvl3pPr>
            <a:lvl4pPr>
              <a:buNone/>
              <a:defRPr sz="5850" b="1">
                <a:solidFill>
                  <a:srgbClr val="55C3F2"/>
                </a:solidFill>
                <a:latin typeface="Arial"/>
                <a:ea typeface="Arial"/>
                <a:cs typeface="Arial"/>
              </a:defRPr>
            </a:lvl4pPr>
            <a:lvl5pPr>
              <a:buNone/>
              <a:defRPr sz="5850" b="1">
                <a:solidFill>
                  <a:srgbClr val="55C3F2"/>
                </a:solidFill>
                <a:latin typeface="Arial"/>
                <a:ea typeface="Arial"/>
                <a:cs typeface="Arial"/>
              </a:defRPr>
            </a:lvl5pPr>
            <a:lvl6pPr>
              <a:buNone/>
              <a:defRPr sz="5850" b="1">
                <a:solidFill>
                  <a:srgbClr val="55C3F2"/>
                </a:solidFill>
                <a:latin typeface="Arial"/>
                <a:ea typeface="Arial"/>
                <a:cs typeface="Arial"/>
              </a:defRPr>
            </a:lvl6pPr>
            <a:lvl7pPr>
              <a:buNone/>
              <a:defRPr sz="5850" b="1">
                <a:solidFill>
                  <a:srgbClr val="55C3F2"/>
                </a:solidFill>
                <a:latin typeface="Arial"/>
                <a:ea typeface="Arial"/>
                <a:cs typeface="Arial"/>
              </a:defRPr>
            </a:lvl7pPr>
            <a:lvl8pPr>
              <a:buNone/>
              <a:defRPr sz="5850" b="1">
                <a:solidFill>
                  <a:srgbClr val="55C3F2"/>
                </a:solidFill>
                <a:latin typeface="Arial"/>
                <a:ea typeface="Arial"/>
                <a:cs typeface="Arial"/>
              </a:defRPr>
            </a:lvl8pPr>
            <a:lvl9pPr>
              <a:buNone/>
              <a:defRPr sz="5850" b="1">
                <a:solidFill>
                  <a:srgbClr val="55C3F2"/>
                </a:solidFill>
                <a:latin typeface="Arial"/>
                <a:ea typeface="Arial"/>
                <a:cs typeface="Arial"/>
              </a:defRPr>
            </a:lvl9pPr>
          </a:lstStyle>
          <a:p xmlns:a="http://schemas.openxmlformats.org/drawingml/2006/main">
            <a:pPr>
              <a:buNone/>
              <a:defRPr sz="5850" b="1">
                <a:solidFill>
                  <a:srgbClr val="55C3F2"/>
                </a:solidFill>
                <a:latin typeface="Arial"/>
                <a:ea typeface="Arial"/>
                <a:cs typeface="Arial"/>
              </a:defRPr>
            </a:pPr>
            <a:r>
              <a:rPr sz="5850" b="1">
                <a:solidFill>
                  <a:srgbClr val="55C3F2"/>
                </a:solidFill>
                <a:latin typeface="Arial"/>
                <a:ea typeface="Arial"/>
                <a:cs typeface="Arial"/>
              </a:rPr>
              <a:t>63</a:t>
            </a:r>
          </a:p>
        </p:txBody>
      </p:sp>
      <p:sp>
        <p:nvSpPr>
          <p:cNvPr id="7" name="">
            <a:extLst xmlns:a="http://schemas.openxmlformats.org/drawingml/2006/main">
              <a:ext uri="{FF2B5EF4-FFF2-40B4-BE49-F238E27FC236}">
                <a16:creationId xmlns:a16="http://schemas.microsoft.com/office/drawing/2014/main" id="{FDD51996-F35F-47EB-90D3-1016C0B274ED}"/>
              </a:ext>
            </a:extLst>
          </p:cNvPr>
          <p:cNvSpPr>
            <a:spLocks xmlns:a="http://schemas.openxmlformats.org/drawingml/2006/main" noGrp="1"/>
          </p:cNvSpPr>
          <p:nvPr/>
        </p:nvSpPr>
        <p:spPr>
          <a:xfrm xmlns:a="http://schemas.openxmlformats.org/drawingml/2006/main">
            <a:off x="3143250" y="26955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B3C3D7"/>
                </a:solidFill>
                <a:latin typeface="Arial"/>
                <a:ea typeface="Arial"/>
                <a:cs typeface="Arial"/>
              </a:defRPr>
            </a:defPPr>
            <a:lvl1pPr>
              <a:buNone/>
              <a:defRPr sz="1725" b="0">
                <a:solidFill>
                  <a:srgbClr val="B3C3D7"/>
                </a:solidFill>
                <a:latin typeface="Arial"/>
                <a:ea typeface="Arial"/>
                <a:cs typeface="Arial"/>
              </a:defRPr>
            </a:lvl1pPr>
            <a:lvl2pPr>
              <a:buNone/>
              <a:defRPr sz="1725" b="0">
                <a:solidFill>
                  <a:srgbClr val="B3C3D7"/>
                </a:solidFill>
                <a:latin typeface="Arial"/>
                <a:ea typeface="Arial"/>
                <a:cs typeface="Arial"/>
              </a:defRPr>
            </a:lvl2pPr>
            <a:lvl3pPr>
              <a:buNone/>
              <a:defRPr sz="1725" b="0">
                <a:solidFill>
                  <a:srgbClr val="B3C3D7"/>
                </a:solidFill>
                <a:latin typeface="Arial"/>
                <a:ea typeface="Arial"/>
                <a:cs typeface="Arial"/>
              </a:defRPr>
            </a:lvl3pPr>
            <a:lvl4pPr>
              <a:buNone/>
              <a:defRPr sz="1725" b="0">
                <a:solidFill>
                  <a:srgbClr val="B3C3D7"/>
                </a:solidFill>
                <a:latin typeface="Arial"/>
                <a:ea typeface="Arial"/>
                <a:cs typeface="Arial"/>
              </a:defRPr>
            </a:lvl4pPr>
            <a:lvl5pPr>
              <a:buNone/>
              <a:defRPr sz="1725" b="0">
                <a:solidFill>
                  <a:srgbClr val="B3C3D7"/>
                </a:solidFill>
                <a:latin typeface="Arial"/>
                <a:ea typeface="Arial"/>
                <a:cs typeface="Arial"/>
              </a:defRPr>
            </a:lvl5pPr>
            <a:lvl6pPr>
              <a:buNone/>
              <a:defRPr sz="1725" b="0">
                <a:solidFill>
                  <a:srgbClr val="B3C3D7"/>
                </a:solidFill>
                <a:latin typeface="Arial"/>
                <a:ea typeface="Arial"/>
                <a:cs typeface="Arial"/>
              </a:defRPr>
            </a:lvl6pPr>
            <a:lvl7pPr>
              <a:buNone/>
              <a:defRPr sz="1725" b="0">
                <a:solidFill>
                  <a:srgbClr val="B3C3D7"/>
                </a:solidFill>
                <a:latin typeface="Arial"/>
                <a:ea typeface="Arial"/>
                <a:cs typeface="Arial"/>
              </a:defRPr>
            </a:lvl7pPr>
            <a:lvl8pPr>
              <a:buNone/>
              <a:defRPr sz="1725" b="0">
                <a:solidFill>
                  <a:srgbClr val="B3C3D7"/>
                </a:solidFill>
                <a:latin typeface="Arial"/>
                <a:ea typeface="Arial"/>
                <a:cs typeface="Arial"/>
              </a:defRPr>
            </a:lvl8pPr>
            <a:lvl9pPr>
              <a:buNone/>
              <a:defRPr sz="1725" b="0">
                <a:solidFill>
                  <a:srgbClr val="B3C3D7"/>
                </a:solidFill>
                <a:latin typeface="Arial"/>
                <a:ea typeface="Arial"/>
                <a:cs typeface="Arial"/>
              </a:defRPr>
            </a:lvl9pPr>
          </a:lstStyle>
          <a:p xmlns:a="http://schemas.openxmlformats.org/drawingml/2006/main">
            <a:pPr>
              <a:buNone/>
              <a:defRPr sz="1725" b="0">
                <a:solidFill>
                  <a:srgbClr val="B3C3D7"/>
                </a:solidFill>
                <a:latin typeface="Arial"/>
                <a:ea typeface="Arial"/>
                <a:cs typeface="Arial"/>
              </a:defRPr>
            </a:pPr>
            <a:r>
              <a:rPr sz="1725" b="0">
                <a:solidFill>
                  <a:srgbClr val="B3C3D7"/>
                </a:solidFill>
                <a:latin typeface="Arial"/>
                <a:ea typeface="Arial"/>
                <a:cs typeface="Arial"/>
              </a:rPr>
              <a:t>planned story points</a:t>
            </a:r>
          </a:p>
        </p:txBody>
      </p:sp>
      <p:sp>
        <p:nvSpPr>
          <p:cNvPr id="8" name="">
            <a:extLst xmlns:a="http://schemas.openxmlformats.org/drawingml/2006/main">
              <a:ext uri="{FF2B5EF4-FFF2-40B4-BE49-F238E27FC236}">
                <a16:creationId xmlns:a16="http://schemas.microsoft.com/office/drawing/2014/main" id="{1C214A1A-7C81-4440-ADC7-65577044FE19}"/>
              </a:ext>
            </a:extLst>
          </p:cNvPr>
          <p:cNvSpPr>
            <a:spLocks xmlns:a="http://schemas.openxmlformats.org/drawingml/2006/main" noGrp="1"/>
          </p:cNvSpPr>
          <p:nvPr/>
        </p:nvSpPr>
        <p:spPr>
          <a:xfrm xmlns:a="http://schemas.openxmlformats.org/drawingml/2006/main">
            <a:off x="6362700" y="18097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55C3F2"/>
                </a:solidFill>
                <a:latin typeface="Arial"/>
                <a:ea typeface="Arial"/>
                <a:cs typeface="Arial"/>
              </a:defRPr>
            </a:defPPr>
            <a:lvl1pPr>
              <a:buNone/>
              <a:defRPr sz="5850" b="1">
                <a:solidFill>
                  <a:srgbClr val="55C3F2"/>
                </a:solidFill>
                <a:latin typeface="Arial"/>
                <a:ea typeface="Arial"/>
                <a:cs typeface="Arial"/>
              </a:defRPr>
            </a:lvl1pPr>
            <a:lvl2pPr>
              <a:buNone/>
              <a:defRPr sz="5850" b="1">
                <a:solidFill>
                  <a:srgbClr val="55C3F2"/>
                </a:solidFill>
                <a:latin typeface="Arial"/>
                <a:ea typeface="Arial"/>
                <a:cs typeface="Arial"/>
              </a:defRPr>
            </a:lvl2pPr>
            <a:lvl3pPr>
              <a:buNone/>
              <a:defRPr sz="5850" b="1">
                <a:solidFill>
                  <a:srgbClr val="55C3F2"/>
                </a:solidFill>
                <a:latin typeface="Arial"/>
                <a:ea typeface="Arial"/>
                <a:cs typeface="Arial"/>
              </a:defRPr>
            </a:lvl3pPr>
            <a:lvl4pPr>
              <a:buNone/>
              <a:defRPr sz="5850" b="1">
                <a:solidFill>
                  <a:srgbClr val="55C3F2"/>
                </a:solidFill>
                <a:latin typeface="Arial"/>
                <a:ea typeface="Arial"/>
                <a:cs typeface="Arial"/>
              </a:defRPr>
            </a:lvl4pPr>
            <a:lvl5pPr>
              <a:buNone/>
              <a:defRPr sz="5850" b="1">
                <a:solidFill>
                  <a:srgbClr val="55C3F2"/>
                </a:solidFill>
                <a:latin typeface="Arial"/>
                <a:ea typeface="Arial"/>
                <a:cs typeface="Arial"/>
              </a:defRPr>
            </a:lvl5pPr>
            <a:lvl6pPr>
              <a:buNone/>
              <a:defRPr sz="5850" b="1">
                <a:solidFill>
                  <a:srgbClr val="55C3F2"/>
                </a:solidFill>
                <a:latin typeface="Arial"/>
                <a:ea typeface="Arial"/>
                <a:cs typeface="Arial"/>
              </a:defRPr>
            </a:lvl6pPr>
            <a:lvl7pPr>
              <a:buNone/>
              <a:defRPr sz="5850" b="1">
                <a:solidFill>
                  <a:srgbClr val="55C3F2"/>
                </a:solidFill>
                <a:latin typeface="Arial"/>
                <a:ea typeface="Arial"/>
                <a:cs typeface="Arial"/>
              </a:defRPr>
            </a:lvl7pPr>
            <a:lvl8pPr>
              <a:buNone/>
              <a:defRPr sz="5850" b="1">
                <a:solidFill>
                  <a:srgbClr val="55C3F2"/>
                </a:solidFill>
                <a:latin typeface="Arial"/>
                <a:ea typeface="Arial"/>
                <a:cs typeface="Arial"/>
              </a:defRPr>
            </a:lvl8pPr>
            <a:lvl9pPr>
              <a:buNone/>
              <a:defRPr sz="5850" b="1">
                <a:solidFill>
                  <a:srgbClr val="55C3F2"/>
                </a:solidFill>
                <a:latin typeface="Arial"/>
                <a:ea typeface="Arial"/>
                <a:cs typeface="Arial"/>
              </a:defRPr>
            </a:lvl9pPr>
          </a:lstStyle>
          <a:p xmlns:a="http://schemas.openxmlformats.org/drawingml/2006/main">
            <a:pPr>
              <a:buNone/>
              <a:defRPr sz="5850" b="1">
                <a:solidFill>
                  <a:srgbClr val="55C3F2"/>
                </a:solidFill>
                <a:latin typeface="Arial"/>
                <a:ea typeface="Arial"/>
                <a:cs typeface="Arial"/>
              </a:defRPr>
            </a:pPr>
            <a:r>
              <a:rPr sz="5850" b="1">
                <a:solidFill>
                  <a:srgbClr val="55C3F2"/>
                </a:solidFill>
                <a:latin typeface="Arial"/>
                <a:ea typeface="Arial"/>
                <a:cs typeface="Arial"/>
              </a:rPr>
              <a:t>48</a:t>
            </a:r>
          </a:p>
        </p:txBody>
      </p:sp>
      <p:sp>
        <p:nvSpPr>
          <p:cNvPr id="9" name="">
            <a:extLst xmlns:a="http://schemas.openxmlformats.org/drawingml/2006/main">
              <a:ext uri="{FF2B5EF4-FFF2-40B4-BE49-F238E27FC236}">
                <a16:creationId xmlns:a16="http://schemas.microsoft.com/office/drawing/2014/main" id="{330F4585-5F32-4628-B54D-595049D65429}"/>
              </a:ext>
            </a:extLst>
          </p:cNvPr>
          <p:cNvSpPr>
            <a:spLocks xmlns:a="http://schemas.openxmlformats.org/drawingml/2006/main" noGrp="1"/>
          </p:cNvSpPr>
          <p:nvPr/>
        </p:nvSpPr>
        <p:spPr>
          <a:xfrm xmlns:a="http://schemas.openxmlformats.org/drawingml/2006/main">
            <a:off x="6362700" y="269557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B3C3D7"/>
                </a:solidFill>
                <a:latin typeface="Arial"/>
                <a:ea typeface="Arial"/>
                <a:cs typeface="Arial"/>
              </a:defRPr>
            </a:defPPr>
            <a:lvl1pPr>
              <a:buNone/>
              <a:defRPr sz="1725" b="0">
                <a:solidFill>
                  <a:srgbClr val="B3C3D7"/>
                </a:solidFill>
                <a:latin typeface="Arial"/>
                <a:ea typeface="Arial"/>
                <a:cs typeface="Arial"/>
              </a:defRPr>
            </a:lvl1pPr>
            <a:lvl2pPr>
              <a:buNone/>
              <a:defRPr sz="1725" b="0">
                <a:solidFill>
                  <a:srgbClr val="B3C3D7"/>
                </a:solidFill>
                <a:latin typeface="Arial"/>
                <a:ea typeface="Arial"/>
                <a:cs typeface="Arial"/>
              </a:defRPr>
            </a:lvl2pPr>
            <a:lvl3pPr>
              <a:buNone/>
              <a:defRPr sz="1725" b="0">
                <a:solidFill>
                  <a:srgbClr val="B3C3D7"/>
                </a:solidFill>
                <a:latin typeface="Arial"/>
                <a:ea typeface="Arial"/>
                <a:cs typeface="Arial"/>
              </a:defRPr>
            </a:lvl3pPr>
            <a:lvl4pPr>
              <a:buNone/>
              <a:defRPr sz="1725" b="0">
                <a:solidFill>
                  <a:srgbClr val="B3C3D7"/>
                </a:solidFill>
                <a:latin typeface="Arial"/>
                <a:ea typeface="Arial"/>
                <a:cs typeface="Arial"/>
              </a:defRPr>
            </a:lvl4pPr>
            <a:lvl5pPr>
              <a:buNone/>
              <a:defRPr sz="1725" b="0">
                <a:solidFill>
                  <a:srgbClr val="B3C3D7"/>
                </a:solidFill>
                <a:latin typeface="Arial"/>
                <a:ea typeface="Arial"/>
                <a:cs typeface="Arial"/>
              </a:defRPr>
            </a:lvl5pPr>
            <a:lvl6pPr>
              <a:buNone/>
              <a:defRPr sz="1725" b="0">
                <a:solidFill>
                  <a:srgbClr val="B3C3D7"/>
                </a:solidFill>
                <a:latin typeface="Arial"/>
                <a:ea typeface="Arial"/>
                <a:cs typeface="Arial"/>
              </a:defRPr>
            </a:lvl6pPr>
            <a:lvl7pPr>
              <a:buNone/>
              <a:defRPr sz="1725" b="0">
                <a:solidFill>
                  <a:srgbClr val="B3C3D7"/>
                </a:solidFill>
                <a:latin typeface="Arial"/>
                <a:ea typeface="Arial"/>
                <a:cs typeface="Arial"/>
              </a:defRPr>
            </a:lvl7pPr>
            <a:lvl8pPr>
              <a:buNone/>
              <a:defRPr sz="1725" b="0">
                <a:solidFill>
                  <a:srgbClr val="B3C3D7"/>
                </a:solidFill>
                <a:latin typeface="Arial"/>
                <a:ea typeface="Arial"/>
                <a:cs typeface="Arial"/>
              </a:defRPr>
            </a:lvl8pPr>
            <a:lvl9pPr>
              <a:buNone/>
              <a:defRPr sz="1725" b="0">
                <a:solidFill>
                  <a:srgbClr val="B3C3D7"/>
                </a:solidFill>
                <a:latin typeface="Arial"/>
                <a:ea typeface="Arial"/>
                <a:cs typeface="Arial"/>
              </a:defRPr>
            </a:lvl9pPr>
          </a:lstStyle>
          <a:p xmlns:a="http://schemas.openxmlformats.org/drawingml/2006/main">
            <a:pPr>
              <a:buNone/>
              <a:defRPr sz="1725" b="0">
                <a:solidFill>
                  <a:srgbClr val="B3C3D7"/>
                </a:solidFill>
                <a:latin typeface="Arial"/>
                <a:ea typeface="Arial"/>
                <a:cs typeface="Arial"/>
              </a:defRPr>
            </a:pPr>
            <a:r>
              <a:rPr sz="1725" b="0">
                <a:solidFill>
                  <a:srgbClr val="B3C3D7"/>
                </a:solidFill>
                <a:latin typeface="Arial"/>
                <a:ea typeface="Arial"/>
                <a:cs typeface="Arial"/>
              </a:rPr>
              <a:t>unchecked proposed tasks</a:t>
            </a:r>
          </a:p>
        </p:txBody>
      </p:sp>
      <p:sp>
        <p:nvSpPr>
          <p:cNvPr id="10" name="">
            <a:extLst xmlns:a="http://schemas.openxmlformats.org/drawingml/2006/main">
              <a:ext uri="{FF2B5EF4-FFF2-40B4-BE49-F238E27FC236}">
                <a16:creationId xmlns:a16="http://schemas.microsoft.com/office/drawing/2014/main" id="{41419EB6-6098-45E8-AF76-491BB9C9CFF1}"/>
              </a:ext>
            </a:extLst>
          </p:cNvPr>
          <p:cNvSpPr>
            <a:spLocks xmlns:a="http://schemas.openxmlformats.org/drawingml/2006/main" noGrp="1"/>
          </p:cNvSpPr>
          <p:nvPr/>
        </p:nvSpPr>
        <p:spPr>
          <a:xfrm xmlns:a="http://schemas.openxmlformats.org/drawingml/2006/main">
            <a:off x="609600" y="3714750"/>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F6F8FC"/>
                </a:solidFill>
                <a:latin typeface="Arial"/>
                <a:ea typeface="Arial"/>
                <a:cs typeface="Arial"/>
              </a:defRPr>
            </a:defPPr>
            <a:lvl1pPr>
              <a:buNone/>
              <a:defRPr sz="2175" b="0">
                <a:solidFill>
                  <a:srgbClr val="F6F8FC"/>
                </a:solidFill>
                <a:latin typeface="Arial"/>
                <a:ea typeface="Arial"/>
                <a:cs typeface="Arial"/>
              </a:defRPr>
            </a:lvl1pPr>
            <a:lvl2pPr>
              <a:buNone/>
              <a:defRPr sz="2175" b="0">
                <a:solidFill>
                  <a:srgbClr val="F6F8FC"/>
                </a:solidFill>
                <a:latin typeface="Arial"/>
                <a:ea typeface="Arial"/>
                <a:cs typeface="Arial"/>
              </a:defRPr>
            </a:lvl2pPr>
            <a:lvl3pPr>
              <a:buNone/>
              <a:defRPr sz="2175" b="0">
                <a:solidFill>
                  <a:srgbClr val="F6F8FC"/>
                </a:solidFill>
                <a:latin typeface="Arial"/>
                <a:ea typeface="Arial"/>
                <a:cs typeface="Arial"/>
              </a:defRPr>
            </a:lvl3pPr>
            <a:lvl4pPr>
              <a:buNone/>
              <a:defRPr sz="2175" b="0">
                <a:solidFill>
                  <a:srgbClr val="F6F8FC"/>
                </a:solidFill>
                <a:latin typeface="Arial"/>
                <a:ea typeface="Arial"/>
                <a:cs typeface="Arial"/>
              </a:defRPr>
            </a:lvl4pPr>
            <a:lvl5pPr>
              <a:buNone/>
              <a:defRPr sz="2175" b="0">
                <a:solidFill>
                  <a:srgbClr val="F6F8FC"/>
                </a:solidFill>
                <a:latin typeface="Arial"/>
                <a:ea typeface="Arial"/>
                <a:cs typeface="Arial"/>
              </a:defRPr>
            </a:lvl5pPr>
            <a:lvl6pPr>
              <a:buNone/>
              <a:defRPr sz="2175" b="0">
                <a:solidFill>
                  <a:srgbClr val="F6F8FC"/>
                </a:solidFill>
                <a:latin typeface="Arial"/>
                <a:ea typeface="Arial"/>
                <a:cs typeface="Arial"/>
              </a:defRPr>
            </a:lvl6pPr>
            <a:lvl7pPr>
              <a:buNone/>
              <a:defRPr sz="2175" b="0">
                <a:solidFill>
                  <a:srgbClr val="F6F8FC"/>
                </a:solidFill>
                <a:latin typeface="Arial"/>
                <a:ea typeface="Arial"/>
                <a:cs typeface="Arial"/>
              </a:defRPr>
            </a:lvl7pPr>
            <a:lvl8pPr>
              <a:buNone/>
              <a:defRPr sz="2175" b="0">
                <a:solidFill>
                  <a:srgbClr val="F6F8FC"/>
                </a:solidFill>
                <a:latin typeface="Arial"/>
                <a:ea typeface="Arial"/>
                <a:cs typeface="Arial"/>
              </a:defRPr>
            </a:lvl8pPr>
            <a:lvl9pPr>
              <a:buNone/>
              <a:defRPr sz="2175" b="0">
                <a:solidFill>
                  <a:srgbClr val="F6F8FC"/>
                </a:solidFill>
                <a:latin typeface="Arial"/>
                <a:ea typeface="Arial"/>
                <a:cs typeface="Arial"/>
              </a:defRPr>
            </a:lvl9pPr>
          </a:lstStyle>
          <a:p xmlns:a="http://schemas.openxmlformats.org/drawingml/2006/main">
            <a:pPr>
              <a:buNone/>
              <a:defRPr sz="2175" b="0">
                <a:solidFill>
                  <a:srgbClr val="F6F8FC"/>
                </a:solidFill>
                <a:latin typeface="Arial"/>
                <a:ea typeface="Arial"/>
                <a:cs typeface="Arial"/>
              </a:defRPr>
            </a:pPr>
            <a:r>
              <a:rPr sz="2175" b="0">
                <a:solidFill>
                  <a:srgbClr val="F6F8FC"/>
                </a:solidFill>
                <a:latin typeface="Arial"/>
                <a:ea typeface="Arial"/>
                <a:cs typeface="Arial"/>
              </a:rPr>
              <a:t>Seven lists support the workflow from Product Backlog to Done. Four Sprint 1 cards are staged as a draft forecast.</a:t>
            </a:r>
          </a:p>
        </p:txBody>
      </p:sp>
      <p:sp>
        <p:nvSpPr>
          <p:cNvPr id="11" name="">
            <a:extLst xmlns:a="http://schemas.openxmlformats.org/drawingml/2006/main">
              <a:ext uri="{FF2B5EF4-FFF2-40B4-BE49-F238E27FC236}">
                <a16:creationId xmlns:a16="http://schemas.microsoft.com/office/drawing/2014/main" id="{0091740E-B84B-4D20-9146-997624F1E654}"/>
              </a:ext>
            </a:extLst>
          </p:cNvPr>
          <p:cNvSpPr>
            <a:spLocks xmlns:a="http://schemas.openxmlformats.org/drawingml/2006/main" noGrp="1"/>
          </p:cNvSpPr>
          <p:nvPr/>
        </p:nvSpPr>
        <p:spPr>
          <a:xfrm xmlns:a="http://schemas.openxmlformats.org/drawingml/2006/main">
            <a:off x="609600" y="59721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85A1BD"/>
                </a:solidFill>
                <a:latin typeface="Arial"/>
                <a:ea typeface="Arial"/>
                <a:cs typeface="Arial"/>
              </a:defRPr>
            </a:defPPr>
            <a:lvl1pPr>
              <a:buNone/>
              <a:defRPr sz="1275" b="0">
                <a:solidFill>
                  <a:srgbClr val="85A1BD"/>
                </a:solidFill>
                <a:latin typeface="Arial"/>
                <a:ea typeface="Arial"/>
                <a:cs typeface="Arial"/>
              </a:defRPr>
            </a:lvl1pPr>
            <a:lvl2pPr>
              <a:buNone/>
              <a:defRPr sz="1275" b="0">
                <a:solidFill>
                  <a:srgbClr val="85A1BD"/>
                </a:solidFill>
                <a:latin typeface="Arial"/>
                <a:ea typeface="Arial"/>
                <a:cs typeface="Arial"/>
              </a:defRPr>
            </a:lvl2pPr>
            <a:lvl3pPr>
              <a:buNone/>
              <a:defRPr sz="1275" b="0">
                <a:solidFill>
                  <a:srgbClr val="85A1BD"/>
                </a:solidFill>
                <a:latin typeface="Arial"/>
                <a:ea typeface="Arial"/>
                <a:cs typeface="Arial"/>
              </a:defRPr>
            </a:lvl3pPr>
            <a:lvl4pPr>
              <a:buNone/>
              <a:defRPr sz="1275" b="0">
                <a:solidFill>
                  <a:srgbClr val="85A1BD"/>
                </a:solidFill>
                <a:latin typeface="Arial"/>
                <a:ea typeface="Arial"/>
                <a:cs typeface="Arial"/>
              </a:defRPr>
            </a:lvl4pPr>
            <a:lvl5pPr>
              <a:buNone/>
              <a:defRPr sz="1275" b="0">
                <a:solidFill>
                  <a:srgbClr val="85A1BD"/>
                </a:solidFill>
                <a:latin typeface="Arial"/>
                <a:ea typeface="Arial"/>
                <a:cs typeface="Arial"/>
              </a:defRPr>
            </a:lvl5pPr>
            <a:lvl6pPr>
              <a:buNone/>
              <a:defRPr sz="1275" b="0">
                <a:solidFill>
                  <a:srgbClr val="85A1BD"/>
                </a:solidFill>
                <a:latin typeface="Arial"/>
                <a:ea typeface="Arial"/>
                <a:cs typeface="Arial"/>
              </a:defRPr>
            </a:lvl6pPr>
            <a:lvl7pPr>
              <a:buNone/>
              <a:defRPr sz="1275" b="0">
                <a:solidFill>
                  <a:srgbClr val="85A1BD"/>
                </a:solidFill>
                <a:latin typeface="Arial"/>
                <a:ea typeface="Arial"/>
                <a:cs typeface="Arial"/>
              </a:defRPr>
            </a:lvl7pPr>
            <a:lvl8pPr>
              <a:buNone/>
              <a:defRPr sz="1275" b="0">
                <a:solidFill>
                  <a:srgbClr val="85A1BD"/>
                </a:solidFill>
                <a:latin typeface="Arial"/>
                <a:ea typeface="Arial"/>
                <a:cs typeface="Arial"/>
              </a:defRPr>
            </a:lvl8pPr>
            <a:lvl9pPr>
              <a:buNone/>
              <a:defRPr sz="1275" b="0">
                <a:solidFill>
                  <a:srgbClr val="85A1BD"/>
                </a:solidFill>
                <a:latin typeface="Arial"/>
                <a:ea typeface="Arial"/>
                <a:cs typeface="Arial"/>
              </a:defRPr>
            </a:lvl9pPr>
          </a:lstStyle>
          <a:p xmlns:a="http://schemas.openxmlformats.org/drawingml/2006/main">
            <a:pPr>
              <a:buNone/>
              <a:defRPr sz="1275" b="0">
                <a:solidFill>
                  <a:srgbClr val="85A1BD"/>
                </a:solidFill>
                <a:latin typeface="Arial"/>
                <a:ea typeface="Arial"/>
                <a:cs typeface="Arial"/>
              </a:defRPr>
            </a:pPr>
            <a:r>
              <a:rPr sz="1275" b="0">
                <a:solidFill>
                  <a:srgbClr val="85A1BD"/>
                </a:solidFill>
                <a:latin typeface="Arial"/>
                <a:ea typeface="Arial"/>
                <a:cs typeface="Arial"/>
              </a:rPr>
              <a:t>No story is marked Done  /  Story owners await team confirmation</a:t>
            </a:r>
          </a:p>
        </p:txBody>
      </p:sp>
    </p:spTree>
    <p:extLst>
      <p:ext uri="{BB962C8B-B14F-4D97-AF65-F5344CB8AC3E}">
        <p14:creationId xmlns:p14="http://schemas.microsoft.com/office/powerpoint/2010/main" val="111879533"/>
      </p:ext>
    </p:extLst>
  </p:cSld>
</p:sld>
</file>

<file path=ppt/slides/slide6.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59560A-0AF9-4A1F-88B2-DF25F60C6FAB}"/>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91030A9F-421F-41A1-9DC1-47E747627E99}"/>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Sprint plan and current capacity</a:t>
            </a:r>
          </a:p>
        </p:txBody>
      </p:sp>
      <p:sp>
        <p:nvSpPr>
          <p:cNvPr id="3" name="">
            <a:extLst xmlns:a="http://schemas.openxmlformats.org/drawingml/2006/main">
              <a:ext uri="{FF2B5EF4-FFF2-40B4-BE49-F238E27FC236}">
                <a16:creationId xmlns:a16="http://schemas.microsoft.com/office/drawing/2014/main" id="{945DF3B8-9AD8-4ECF-A1E8-456D0FC3E3E5}"/>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D7667FFF-D5EE-42D9-ABBF-C5CD368075AA}"/>
              </a:ext>
            </a:extLst>
          </p:cNvPr>
          <p:cNvSpPr>
            <a:spLocks xmlns:a="http://schemas.openxmlformats.org/drawingml/2006/main" noGrp="1"/>
          </p:cNvSpPr>
          <p:nvPr/>
        </p:nvSpPr>
        <p:spPr>
          <a:xfrm xmlns:a="http://schemas.openxmlformats.org/drawingml/2006/main">
            <a:off x="609600" y="161925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SPRINT 1</a:t>
            </a:r>
          </a:p>
        </p:txBody>
      </p:sp>
      <p:sp>
        <p:nvSpPr>
          <p:cNvPr id="5" name="">
            <a:extLst xmlns:a="http://schemas.openxmlformats.org/drawingml/2006/main">
              <a:ext uri="{FF2B5EF4-FFF2-40B4-BE49-F238E27FC236}">
                <a16:creationId xmlns:a16="http://schemas.microsoft.com/office/drawing/2014/main" id="{EC00DDE9-50D4-4D02-828E-8AEE8C487676}"/>
              </a:ext>
            </a:extLst>
          </p:cNvPr>
          <p:cNvSpPr>
            <a:spLocks xmlns:a="http://schemas.openxmlformats.org/drawingml/2006/main" noGrp="1"/>
          </p:cNvSpPr>
          <p:nvPr/>
        </p:nvSpPr>
        <p:spPr>
          <a:xfrm xmlns:a="http://schemas.openxmlformats.org/drawingml/2006/main">
            <a:off x="3571875" y="16192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October 26–31   ·   US01–US04   ·   21 SP</a:t>
            </a:r>
          </a:p>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Map, reporting and filtering</a:t>
            </a:r>
          </a:p>
        </p:txBody>
      </p:sp>
      <p:sp>
        <p:nvSpPr>
          <p:cNvPr id="6" name="">
            <a:extLst xmlns:a="http://schemas.openxmlformats.org/drawingml/2006/main">
              <a:ext uri="{FF2B5EF4-FFF2-40B4-BE49-F238E27FC236}">
                <a16:creationId xmlns:a16="http://schemas.microsoft.com/office/drawing/2014/main" id="{B9FB299A-0BFF-44DA-A1B9-83F60681B998}"/>
              </a:ext>
            </a:extLst>
          </p:cNvPr>
          <p:cNvSpPr>
            <a:spLocks xmlns:a="http://schemas.openxmlformats.org/drawingml/2006/main" noGrp="1"/>
          </p:cNvSpPr>
          <p:nvPr/>
        </p:nvSpPr>
        <p:spPr>
          <a:xfrm xmlns:a="http://schemas.openxmlformats.org/drawingml/2006/main">
            <a:off x="609600" y="248602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SPRINT 2</a:t>
            </a:r>
          </a:p>
        </p:txBody>
      </p:sp>
      <p:sp>
        <p:nvSpPr>
          <p:cNvPr id="7" name="">
            <a:extLst xmlns:a="http://schemas.openxmlformats.org/drawingml/2006/main">
              <a:ext uri="{FF2B5EF4-FFF2-40B4-BE49-F238E27FC236}">
                <a16:creationId xmlns:a16="http://schemas.microsoft.com/office/drawing/2014/main" id="{6D9CB2B0-B13E-4218-8BD6-17E6A0C0D156}"/>
              </a:ext>
            </a:extLst>
          </p:cNvPr>
          <p:cNvSpPr>
            <a:spLocks xmlns:a="http://schemas.openxmlformats.org/drawingml/2006/main" noGrp="1"/>
          </p:cNvSpPr>
          <p:nvPr/>
        </p:nvSpPr>
        <p:spPr>
          <a:xfrm xmlns:a="http://schemas.openxmlformats.org/drawingml/2006/main">
            <a:off x="3571875" y="248602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November 1–6   ·   US05–US08   ·   21 SP</a:t>
            </a:r>
          </a:p>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Eligibility feedback and freshness</a:t>
            </a:r>
          </a:p>
        </p:txBody>
      </p:sp>
      <p:sp>
        <p:nvSpPr>
          <p:cNvPr id="8" name="">
            <a:extLst xmlns:a="http://schemas.openxmlformats.org/drawingml/2006/main">
              <a:ext uri="{FF2B5EF4-FFF2-40B4-BE49-F238E27FC236}">
                <a16:creationId xmlns:a16="http://schemas.microsoft.com/office/drawing/2014/main" id="{EB28C62E-AEE4-4292-B8AF-B0489096A070}"/>
              </a:ext>
            </a:extLst>
          </p:cNvPr>
          <p:cNvSpPr>
            <a:spLocks xmlns:a="http://schemas.openxmlformats.org/drawingml/2006/main" noGrp="1"/>
          </p:cNvSpPr>
          <p:nvPr/>
        </p:nvSpPr>
        <p:spPr>
          <a:xfrm xmlns:a="http://schemas.openxmlformats.org/drawingml/2006/main">
            <a:off x="609600" y="335280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SPRINT 3</a:t>
            </a:r>
          </a:p>
        </p:txBody>
      </p:sp>
      <p:sp>
        <p:nvSpPr>
          <p:cNvPr id="9" name="">
            <a:extLst xmlns:a="http://schemas.openxmlformats.org/drawingml/2006/main">
              <a:ext uri="{FF2B5EF4-FFF2-40B4-BE49-F238E27FC236}">
                <a16:creationId xmlns:a16="http://schemas.microsoft.com/office/drawing/2014/main" id="{0831FBE9-873D-4EF8-95E6-73419BBD3920}"/>
              </a:ext>
            </a:extLst>
          </p:cNvPr>
          <p:cNvSpPr>
            <a:spLocks xmlns:a="http://schemas.openxmlformats.org/drawingml/2006/main" noGrp="1"/>
          </p:cNvSpPr>
          <p:nvPr/>
        </p:nvSpPr>
        <p:spPr>
          <a:xfrm xmlns:a="http://schemas.openxmlformats.org/drawingml/2006/main">
            <a:off x="3571875" y="33528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November 7–12   ·   US09–US12   ·   21 SP</a:t>
            </a:r>
          </a:p>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Sampling concept and release evidence</a:t>
            </a:r>
          </a:p>
        </p:txBody>
      </p:sp>
      <p:sp>
        <p:nvSpPr>
          <p:cNvPr id="10" name="">
            <a:extLst xmlns:a="http://schemas.openxmlformats.org/drawingml/2006/main">
              <a:ext uri="{FF2B5EF4-FFF2-40B4-BE49-F238E27FC236}">
                <a16:creationId xmlns:a16="http://schemas.microsoft.com/office/drawing/2014/main" id="{558C5095-FA03-4DE5-830C-20537D94D676}"/>
              </a:ext>
            </a:extLst>
          </p:cNvPr>
          <p:cNvSpPr>
            <a:spLocks xmlns:a="http://schemas.openxmlformats.org/drawingml/2006/main" noGrp="1"/>
          </p:cNvSpPr>
          <p:nvPr/>
        </p:nvSpPr>
        <p:spPr>
          <a:xfrm xmlns:a="http://schemas.openxmlformats.org/drawingml/2006/main">
            <a:off x="609600" y="5010150"/>
            <a:ext cx="1038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1">
                <a:solidFill>
                  <a:srgbClr val="EBC77E"/>
                </a:solidFill>
                <a:latin typeface="Arial"/>
                <a:ea typeface="Arial"/>
                <a:cs typeface="Arial"/>
              </a:defRPr>
            </a:defPPr>
            <a:lvl1pPr>
              <a:buNone/>
              <a:defRPr sz="1800" b="1">
                <a:solidFill>
                  <a:srgbClr val="EBC77E"/>
                </a:solidFill>
                <a:latin typeface="Arial"/>
                <a:ea typeface="Arial"/>
                <a:cs typeface="Arial"/>
              </a:defRPr>
            </a:lvl1pPr>
            <a:lvl2pPr>
              <a:buNone/>
              <a:defRPr sz="1800" b="1">
                <a:solidFill>
                  <a:srgbClr val="EBC77E"/>
                </a:solidFill>
                <a:latin typeface="Arial"/>
                <a:ea typeface="Arial"/>
                <a:cs typeface="Arial"/>
              </a:defRPr>
            </a:lvl2pPr>
            <a:lvl3pPr>
              <a:buNone/>
              <a:defRPr sz="1800" b="1">
                <a:solidFill>
                  <a:srgbClr val="EBC77E"/>
                </a:solidFill>
                <a:latin typeface="Arial"/>
                <a:ea typeface="Arial"/>
                <a:cs typeface="Arial"/>
              </a:defRPr>
            </a:lvl3pPr>
            <a:lvl4pPr>
              <a:buNone/>
              <a:defRPr sz="1800" b="1">
                <a:solidFill>
                  <a:srgbClr val="EBC77E"/>
                </a:solidFill>
                <a:latin typeface="Arial"/>
                <a:ea typeface="Arial"/>
                <a:cs typeface="Arial"/>
              </a:defRPr>
            </a:lvl4pPr>
            <a:lvl5pPr>
              <a:buNone/>
              <a:defRPr sz="1800" b="1">
                <a:solidFill>
                  <a:srgbClr val="EBC77E"/>
                </a:solidFill>
                <a:latin typeface="Arial"/>
                <a:ea typeface="Arial"/>
                <a:cs typeface="Arial"/>
              </a:defRPr>
            </a:lvl5pPr>
            <a:lvl6pPr>
              <a:buNone/>
              <a:defRPr sz="1800" b="1">
                <a:solidFill>
                  <a:srgbClr val="EBC77E"/>
                </a:solidFill>
                <a:latin typeface="Arial"/>
                <a:ea typeface="Arial"/>
                <a:cs typeface="Arial"/>
              </a:defRPr>
            </a:lvl6pPr>
            <a:lvl7pPr>
              <a:buNone/>
              <a:defRPr sz="1800" b="1">
                <a:solidFill>
                  <a:srgbClr val="EBC77E"/>
                </a:solidFill>
                <a:latin typeface="Arial"/>
                <a:ea typeface="Arial"/>
                <a:cs typeface="Arial"/>
              </a:defRPr>
            </a:lvl7pPr>
            <a:lvl8pPr>
              <a:buNone/>
              <a:defRPr sz="1800" b="1">
                <a:solidFill>
                  <a:srgbClr val="EBC77E"/>
                </a:solidFill>
                <a:latin typeface="Arial"/>
                <a:ea typeface="Arial"/>
                <a:cs typeface="Arial"/>
              </a:defRPr>
            </a:lvl8pPr>
            <a:lvl9pPr>
              <a:buNone/>
              <a:defRPr sz="1800" b="1">
                <a:solidFill>
                  <a:srgbClr val="EBC77E"/>
                </a:solidFill>
                <a:latin typeface="Arial"/>
                <a:ea typeface="Arial"/>
                <a:cs typeface="Arial"/>
              </a:defRPr>
            </a:lvl9pPr>
          </a:lstStyle>
          <a:p xmlns:a="http://schemas.openxmlformats.org/drawingml/2006/main">
            <a:pPr>
              <a:buNone/>
              <a:defRPr sz="1800" b="1">
                <a:solidFill>
                  <a:srgbClr val="EBC77E"/>
                </a:solidFill>
                <a:latin typeface="Arial"/>
                <a:ea typeface="Arial"/>
                <a:cs typeface="Arial"/>
              </a:defRPr>
            </a:pPr>
            <a:r>
              <a:rPr sz="1800" b="1">
                <a:solidFill>
                  <a:srgbClr val="EBC77E"/>
                </a:solidFill>
                <a:latin typeface="Arial"/>
                <a:ea typeface="Arial"/>
                <a:cs typeface="Arial"/>
              </a:rPr>
              <a:t>Revised six-day capacity and the team’s forecast still need confirmation.</a:t>
            </a:r>
          </a:p>
        </p:txBody>
      </p:sp>
      <p:sp>
        <p:nvSpPr>
          <p:cNvPr id="11" name="">
            <a:extLst xmlns:a="http://schemas.openxmlformats.org/drawingml/2006/main">
              <a:ext uri="{FF2B5EF4-FFF2-40B4-BE49-F238E27FC236}">
                <a16:creationId xmlns:a16="http://schemas.microsoft.com/office/drawing/2014/main" id="{B0A170C7-F2B5-4E1E-B1A9-90927A966098}"/>
              </a:ext>
            </a:extLst>
          </p:cNvPr>
          <p:cNvSpPr>
            <a:spLocks xmlns:a="http://schemas.openxmlformats.org/drawingml/2006/main" noGrp="1"/>
          </p:cNvSpPr>
          <p:nvPr/>
        </p:nvSpPr>
        <p:spPr>
          <a:xfrm xmlns:a="http://schemas.openxmlformats.org/drawingml/2006/main">
            <a:off x="609600" y="59721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85A1BD"/>
                </a:solidFill>
                <a:latin typeface="Arial"/>
                <a:ea typeface="Arial"/>
                <a:cs typeface="Arial"/>
              </a:defRPr>
            </a:defPPr>
            <a:lvl1pPr>
              <a:buNone/>
              <a:defRPr sz="1275" b="0">
                <a:solidFill>
                  <a:srgbClr val="85A1BD"/>
                </a:solidFill>
                <a:latin typeface="Arial"/>
                <a:ea typeface="Arial"/>
                <a:cs typeface="Arial"/>
              </a:defRPr>
            </a:lvl1pPr>
            <a:lvl2pPr>
              <a:buNone/>
              <a:defRPr sz="1275" b="0">
                <a:solidFill>
                  <a:srgbClr val="85A1BD"/>
                </a:solidFill>
                <a:latin typeface="Arial"/>
                <a:ea typeface="Arial"/>
                <a:cs typeface="Arial"/>
              </a:defRPr>
            </a:lvl2pPr>
            <a:lvl3pPr>
              <a:buNone/>
              <a:defRPr sz="1275" b="0">
                <a:solidFill>
                  <a:srgbClr val="85A1BD"/>
                </a:solidFill>
                <a:latin typeface="Arial"/>
                <a:ea typeface="Arial"/>
                <a:cs typeface="Arial"/>
              </a:defRPr>
            </a:lvl3pPr>
            <a:lvl4pPr>
              <a:buNone/>
              <a:defRPr sz="1275" b="0">
                <a:solidFill>
                  <a:srgbClr val="85A1BD"/>
                </a:solidFill>
                <a:latin typeface="Arial"/>
                <a:ea typeface="Arial"/>
                <a:cs typeface="Arial"/>
              </a:defRPr>
            </a:lvl4pPr>
            <a:lvl5pPr>
              <a:buNone/>
              <a:defRPr sz="1275" b="0">
                <a:solidFill>
                  <a:srgbClr val="85A1BD"/>
                </a:solidFill>
                <a:latin typeface="Arial"/>
                <a:ea typeface="Arial"/>
                <a:cs typeface="Arial"/>
              </a:defRPr>
            </a:lvl5pPr>
            <a:lvl6pPr>
              <a:buNone/>
              <a:defRPr sz="1275" b="0">
                <a:solidFill>
                  <a:srgbClr val="85A1BD"/>
                </a:solidFill>
                <a:latin typeface="Arial"/>
                <a:ea typeface="Arial"/>
                <a:cs typeface="Arial"/>
              </a:defRPr>
            </a:lvl6pPr>
            <a:lvl7pPr>
              <a:buNone/>
              <a:defRPr sz="1275" b="0">
                <a:solidFill>
                  <a:srgbClr val="85A1BD"/>
                </a:solidFill>
                <a:latin typeface="Arial"/>
                <a:ea typeface="Arial"/>
                <a:cs typeface="Arial"/>
              </a:defRPr>
            </a:lvl7pPr>
            <a:lvl8pPr>
              <a:buNone/>
              <a:defRPr sz="1275" b="0">
                <a:solidFill>
                  <a:srgbClr val="85A1BD"/>
                </a:solidFill>
                <a:latin typeface="Arial"/>
                <a:ea typeface="Arial"/>
                <a:cs typeface="Arial"/>
              </a:defRPr>
            </a:lvl8pPr>
            <a:lvl9pPr>
              <a:buNone/>
              <a:defRPr sz="1275" b="0">
                <a:solidFill>
                  <a:srgbClr val="85A1BD"/>
                </a:solidFill>
                <a:latin typeface="Arial"/>
                <a:ea typeface="Arial"/>
                <a:cs typeface="Arial"/>
              </a:defRPr>
            </a:lvl9pPr>
          </a:lstStyle>
          <a:p xmlns:a="http://schemas.openxmlformats.org/drawingml/2006/main">
            <a:pPr>
              <a:buNone/>
              <a:defRPr sz="1275" b="0">
                <a:solidFill>
                  <a:srgbClr val="85A1BD"/>
                </a:solidFill>
                <a:latin typeface="Arial"/>
                <a:ea typeface="Arial"/>
                <a:cs typeface="Arial"/>
              </a:defRPr>
            </a:pPr>
            <a:r>
              <a:rPr sz="1275" b="0">
                <a:solidFill>
                  <a:srgbClr val="85A1BD"/>
                </a:solidFill>
                <a:latin typeface="Arial"/>
                <a:ea typeface="Arial"/>
                <a:cs typeface="Arial"/>
              </a:rPr>
              <a:t>Original two-week capacity assumptions do not transfer automatically</a:t>
            </a:r>
          </a:p>
        </p:txBody>
      </p:sp>
    </p:spTree>
    <p:extLst>
      <p:ext uri="{BB962C8B-B14F-4D97-AF65-F5344CB8AC3E}">
        <p14:creationId xmlns:p14="http://schemas.microsoft.com/office/powerpoint/2010/main" val="403136499"/>
      </p:ext>
    </p:extLst>
  </p:cSld>
</p:sld>
</file>

<file path=ppt/slides/slide7.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B62955-5660-4225-AB99-BAE435DF4B08}"/>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4B20320D-0185-4FAE-8C5F-EA5630BC079A}"/>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Prototype views and limitations</a:t>
            </a:r>
          </a:p>
        </p:txBody>
      </p:sp>
      <p:sp>
        <p:nvSpPr>
          <p:cNvPr id="3" name="">
            <a:extLst xmlns:a="http://schemas.openxmlformats.org/drawingml/2006/main">
              <a:ext uri="{FF2B5EF4-FFF2-40B4-BE49-F238E27FC236}">
                <a16:creationId xmlns:a16="http://schemas.microsoft.com/office/drawing/2014/main" id="{DBA12719-AB98-4FBE-B9CB-372BF1741A79}"/>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C6575AF6-7A40-42FF-BF71-1061E3D52E43}"/>
              </a:ext>
            </a:extLst>
          </p:cNvPr>
          <p:cNvSpPr>
            <a:spLocks xmlns:a="http://schemas.openxmlformats.org/drawingml/2006/main" noGrp="1"/>
          </p:cNvSpPr>
          <p:nvPr/>
        </p:nvSpPr>
        <p:spPr>
          <a:xfrm xmlns:a="http://schemas.openxmlformats.org/drawingml/2006/main">
            <a:off x="609600" y="17145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55C3F2"/>
                </a:solidFill>
                <a:latin typeface="Arial"/>
                <a:ea typeface="Arial"/>
                <a:cs typeface="Arial"/>
              </a:defRPr>
            </a:defPPr>
            <a:lvl1pPr>
              <a:buNone/>
              <a:defRPr sz="5850" b="1">
                <a:solidFill>
                  <a:srgbClr val="55C3F2"/>
                </a:solidFill>
                <a:latin typeface="Arial"/>
                <a:ea typeface="Arial"/>
                <a:cs typeface="Arial"/>
              </a:defRPr>
            </a:lvl1pPr>
            <a:lvl2pPr>
              <a:buNone/>
              <a:defRPr sz="5850" b="1">
                <a:solidFill>
                  <a:srgbClr val="55C3F2"/>
                </a:solidFill>
                <a:latin typeface="Arial"/>
                <a:ea typeface="Arial"/>
                <a:cs typeface="Arial"/>
              </a:defRPr>
            </a:lvl2pPr>
            <a:lvl3pPr>
              <a:buNone/>
              <a:defRPr sz="5850" b="1">
                <a:solidFill>
                  <a:srgbClr val="55C3F2"/>
                </a:solidFill>
                <a:latin typeface="Arial"/>
                <a:ea typeface="Arial"/>
                <a:cs typeface="Arial"/>
              </a:defRPr>
            </a:lvl3pPr>
            <a:lvl4pPr>
              <a:buNone/>
              <a:defRPr sz="5850" b="1">
                <a:solidFill>
                  <a:srgbClr val="55C3F2"/>
                </a:solidFill>
                <a:latin typeface="Arial"/>
                <a:ea typeface="Arial"/>
                <a:cs typeface="Arial"/>
              </a:defRPr>
            </a:lvl4pPr>
            <a:lvl5pPr>
              <a:buNone/>
              <a:defRPr sz="5850" b="1">
                <a:solidFill>
                  <a:srgbClr val="55C3F2"/>
                </a:solidFill>
                <a:latin typeface="Arial"/>
                <a:ea typeface="Arial"/>
                <a:cs typeface="Arial"/>
              </a:defRPr>
            </a:lvl5pPr>
            <a:lvl6pPr>
              <a:buNone/>
              <a:defRPr sz="5850" b="1">
                <a:solidFill>
                  <a:srgbClr val="55C3F2"/>
                </a:solidFill>
                <a:latin typeface="Arial"/>
                <a:ea typeface="Arial"/>
                <a:cs typeface="Arial"/>
              </a:defRPr>
            </a:lvl6pPr>
            <a:lvl7pPr>
              <a:buNone/>
              <a:defRPr sz="5850" b="1">
                <a:solidFill>
                  <a:srgbClr val="55C3F2"/>
                </a:solidFill>
                <a:latin typeface="Arial"/>
                <a:ea typeface="Arial"/>
                <a:cs typeface="Arial"/>
              </a:defRPr>
            </a:lvl7pPr>
            <a:lvl8pPr>
              <a:buNone/>
              <a:defRPr sz="5850" b="1">
                <a:solidFill>
                  <a:srgbClr val="55C3F2"/>
                </a:solidFill>
                <a:latin typeface="Arial"/>
                <a:ea typeface="Arial"/>
                <a:cs typeface="Arial"/>
              </a:defRPr>
            </a:lvl8pPr>
            <a:lvl9pPr>
              <a:buNone/>
              <a:defRPr sz="5850" b="1">
                <a:solidFill>
                  <a:srgbClr val="55C3F2"/>
                </a:solidFill>
                <a:latin typeface="Arial"/>
                <a:ea typeface="Arial"/>
                <a:cs typeface="Arial"/>
              </a:defRPr>
            </a:lvl9pPr>
          </a:lstStyle>
          <a:p xmlns:a="http://schemas.openxmlformats.org/drawingml/2006/main">
            <a:pPr>
              <a:buNone/>
              <a:defRPr sz="5850" b="1">
                <a:solidFill>
                  <a:srgbClr val="55C3F2"/>
                </a:solidFill>
                <a:latin typeface="Arial"/>
                <a:ea typeface="Arial"/>
                <a:cs typeface="Arial"/>
              </a:defRPr>
            </a:pPr>
            <a:r>
              <a:rPr sz="5850" b="1">
                <a:solidFill>
                  <a:srgbClr val="55C3F2"/>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0FF38EC5-ACB4-4738-8F49-7476EF5B7599}"/>
              </a:ext>
            </a:extLst>
          </p:cNvPr>
          <p:cNvSpPr>
            <a:spLocks xmlns:a="http://schemas.openxmlformats.org/drawingml/2006/main" noGrp="1"/>
          </p:cNvSpPr>
          <p:nvPr/>
        </p:nvSpPr>
        <p:spPr>
          <a:xfrm xmlns:a="http://schemas.openxmlformats.org/drawingml/2006/main">
            <a:off x="609600" y="27241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B3C3D7"/>
                </a:solidFill>
                <a:latin typeface="Arial"/>
                <a:ea typeface="Arial"/>
                <a:cs typeface="Arial"/>
              </a:defRPr>
            </a:defPPr>
            <a:lvl1pPr>
              <a:buNone/>
              <a:defRPr sz="1725" b="0">
                <a:solidFill>
                  <a:srgbClr val="B3C3D7"/>
                </a:solidFill>
                <a:latin typeface="Arial"/>
                <a:ea typeface="Arial"/>
                <a:cs typeface="Arial"/>
              </a:defRPr>
            </a:lvl1pPr>
            <a:lvl2pPr>
              <a:buNone/>
              <a:defRPr sz="1725" b="0">
                <a:solidFill>
                  <a:srgbClr val="B3C3D7"/>
                </a:solidFill>
                <a:latin typeface="Arial"/>
                <a:ea typeface="Arial"/>
                <a:cs typeface="Arial"/>
              </a:defRPr>
            </a:lvl2pPr>
            <a:lvl3pPr>
              <a:buNone/>
              <a:defRPr sz="1725" b="0">
                <a:solidFill>
                  <a:srgbClr val="B3C3D7"/>
                </a:solidFill>
                <a:latin typeface="Arial"/>
                <a:ea typeface="Arial"/>
                <a:cs typeface="Arial"/>
              </a:defRPr>
            </a:lvl3pPr>
            <a:lvl4pPr>
              <a:buNone/>
              <a:defRPr sz="1725" b="0">
                <a:solidFill>
                  <a:srgbClr val="B3C3D7"/>
                </a:solidFill>
                <a:latin typeface="Arial"/>
                <a:ea typeface="Arial"/>
                <a:cs typeface="Arial"/>
              </a:defRPr>
            </a:lvl4pPr>
            <a:lvl5pPr>
              <a:buNone/>
              <a:defRPr sz="1725" b="0">
                <a:solidFill>
                  <a:srgbClr val="B3C3D7"/>
                </a:solidFill>
                <a:latin typeface="Arial"/>
                <a:ea typeface="Arial"/>
                <a:cs typeface="Arial"/>
              </a:defRPr>
            </a:lvl5pPr>
            <a:lvl6pPr>
              <a:buNone/>
              <a:defRPr sz="1725" b="0">
                <a:solidFill>
                  <a:srgbClr val="B3C3D7"/>
                </a:solidFill>
                <a:latin typeface="Arial"/>
                <a:ea typeface="Arial"/>
                <a:cs typeface="Arial"/>
              </a:defRPr>
            </a:lvl6pPr>
            <a:lvl7pPr>
              <a:buNone/>
              <a:defRPr sz="1725" b="0">
                <a:solidFill>
                  <a:srgbClr val="B3C3D7"/>
                </a:solidFill>
                <a:latin typeface="Arial"/>
                <a:ea typeface="Arial"/>
                <a:cs typeface="Arial"/>
              </a:defRPr>
            </a:lvl7pPr>
            <a:lvl8pPr>
              <a:buNone/>
              <a:defRPr sz="1725" b="0">
                <a:solidFill>
                  <a:srgbClr val="B3C3D7"/>
                </a:solidFill>
                <a:latin typeface="Arial"/>
                <a:ea typeface="Arial"/>
                <a:cs typeface="Arial"/>
              </a:defRPr>
            </a:lvl8pPr>
            <a:lvl9pPr>
              <a:buNone/>
              <a:defRPr sz="1725" b="0">
                <a:solidFill>
                  <a:srgbClr val="B3C3D7"/>
                </a:solidFill>
                <a:latin typeface="Arial"/>
                <a:ea typeface="Arial"/>
                <a:cs typeface="Arial"/>
              </a:defRPr>
            </a:lvl9pPr>
          </a:lstStyle>
          <a:p xmlns:a="http://schemas.openxmlformats.org/drawingml/2006/main">
            <a:pPr>
              <a:buNone/>
              <a:defRPr sz="1725" b="0">
                <a:solidFill>
                  <a:srgbClr val="B3C3D7"/>
                </a:solidFill>
                <a:latin typeface="Arial"/>
                <a:ea typeface="Arial"/>
                <a:cs typeface="Arial"/>
              </a:defRPr>
            </a:pPr>
            <a:r>
              <a:rPr sz="1725" b="0">
                <a:solidFill>
                  <a:srgbClr val="B3C3D7"/>
                </a:solidFill>
                <a:latin typeface="Arial"/>
                <a:ea typeface="Arial"/>
                <a:cs typeface="Arial"/>
              </a:rPr>
              <a:t>requested screen types</a:t>
            </a:r>
          </a:p>
        </p:txBody>
      </p:sp>
      <p:sp>
        <p:nvSpPr>
          <p:cNvPr id="6" name="">
            <a:extLst xmlns:a="http://schemas.openxmlformats.org/drawingml/2006/main">
              <a:ext uri="{FF2B5EF4-FFF2-40B4-BE49-F238E27FC236}">
                <a16:creationId xmlns:a16="http://schemas.microsoft.com/office/drawing/2014/main" id="{CB8373D1-9230-41FB-9878-04AF51B01964}"/>
              </a:ext>
            </a:extLst>
          </p:cNvPr>
          <p:cNvSpPr>
            <a:spLocks xmlns:a="http://schemas.openxmlformats.org/drawingml/2006/main" noGrp="1"/>
          </p:cNvSpPr>
          <p:nvPr/>
        </p:nvSpPr>
        <p:spPr>
          <a:xfrm xmlns:a="http://schemas.openxmlformats.org/drawingml/2006/main">
            <a:off x="4191000" y="1714500"/>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55C3F2"/>
                </a:solidFill>
                <a:latin typeface="Arial"/>
                <a:ea typeface="Arial"/>
                <a:cs typeface="Arial"/>
              </a:defRPr>
            </a:defPPr>
            <a:lvl1pPr>
              <a:buNone/>
              <a:defRPr sz="5850" b="1">
                <a:solidFill>
                  <a:srgbClr val="55C3F2"/>
                </a:solidFill>
                <a:latin typeface="Arial"/>
                <a:ea typeface="Arial"/>
                <a:cs typeface="Arial"/>
              </a:defRPr>
            </a:lvl1pPr>
            <a:lvl2pPr>
              <a:buNone/>
              <a:defRPr sz="5850" b="1">
                <a:solidFill>
                  <a:srgbClr val="55C3F2"/>
                </a:solidFill>
                <a:latin typeface="Arial"/>
                <a:ea typeface="Arial"/>
                <a:cs typeface="Arial"/>
              </a:defRPr>
            </a:lvl2pPr>
            <a:lvl3pPr>
              <a:buNone/>
              <a:defRPr sz="5850" b="1">
                <a:solidFill>
                  <a:srgbClr val="55C3F2"/>
                </a:solidFill>
                <a:latin typeface="Arial"/>
                <a:ea typeface="Arial"/>
                <a:cs typeface="Arial"/>
              </a:defRPr>
            </a:lvl3pPr>
            <a:lvl4pPr>
              <a:buNone/>
              <a:defRPr sz="5850" b="1">
                <a:solidFill>
                  <a:srgbClr val="55C3F2"/>
                </a:solidFill>
                <a:latin typeface="Arial"/>
                <a:ea typeface="Arial"/>
                <a:cs typeface="Arial"/>
              </a:defRPr>
            </a:lvl4pPr>
            <a:lvl5pPr>
              <a:buNone/>
              <a:defRPr sz="5850" b="1">
                <a:solidFill>
                  <a:srgbClr val="55C3F2"/>
                </a:solidFill>
                <a:latin typeface="Arial"/>
                <a:ea typeface="Arial"/>
                <a:cs typeface="Arial"/>
              </a:defRPr>
            </a:lvl5pPr>
            <a:lvl6pPr>
              <a:buNone/>
              <a:defRPr sz="5850" b="1">
                <a:solidFill>
                  <a:srgbClr val="55C3F2"/>
                </a:solidFill>
                <a:latin typeface="Arial"/>
                <a:ea typeface="Arial"/>
                <a:cs typeface="Arial"/>
              </a:defRPr>
            </a:lvl6pPr>
            <a:lvl7pPr>
              <a:buNone/>
              <a:defRPr sz="5850" b="1">
                <a:solidFill>
                  <a:srgbClr val="55C3F2"/>
                </a:solidFill>
                <a:latin typeface="Arial"/>
                <a:ea typeface="Arial"/>
                <a:cs typeface="Arial"/>
              </a:defRPr>
            </a:lvl7pPr>
            <a:lvl8pPr>
              <a:buNone/>
              <a:defRPr sz="5850" b="1">
                <a:solidFill>
                  <a:srgbClr val="55C3F2"/>
                </a:solidFill>
                <a:latin typeface="Arial"/>
                <a:ea typeface="Arial"/>
                <a:cs typeface="Arial"/>
              </a:defRPr>
            </a:lvl8pPr>
            <a:lvl9pPr>
              <a:buNone/>
              <a:defRPr sz="5850" b="1">
                <a:solidFill>
                  <a:srgbClr val="55C3F2"/>
                </a:solidFill>
                <a:latin typeface="Arial"/>
                <a:ea typeface="Arial"/>
                <a:cs typeface="Arial"/>
              </a:defRPr>
            </a:lvl9pPr>
          </a:lstStyle>
          <a:p xmlns:a="http://schemas.openxmlformats.org/drawingml/2006/main">
            <a:pPr>
              <a:buNone/>
              <a:defRPr sz="5850" b="1">
                <a:solidFill>
                  <a:srgbClr val="55C3F2"/>
                </a:solidFill>
                <a:latin typeface="Arial"/>
                <a:ea typeface="Arial"/>
                <a:cs typeface="Arial"/>
              </a:defRPr>
            </a:pPr>
            <a:r>
              <a:rPr sz="5850" b="1">
                <a:solidFill>
                  <a:srgbClr val="55C3F2"/>
                </a:solidFill>
                <a:latin typeface="Arial"/>
                <a:ea typeface="Arial"/>
                <a:cs typeface="Arial"/>
              </a:rPr>
              <a:t>26</a:t>
            </a:r>
          </a:p>
        </p:txBody>
      </p:sp>
      <p:sp>
        <p:nvSpPr>
          <p:cNvPr id="7" name="">
            <a:extLst xmlns:a="http://schemas.openxmlformats.org/drawingml/2006/main">
              <a:ext uri="{FF2B5EF4-FFF2-40B4-BE49-F238E27FC236}">
                <a16:creationId xmlns:a16="http://schemas.microsoft.com/office/drawing/2014/main" id="{F30807FF-34CC-4C5D-A215-FF31A4169EE4}"/>
              </a:ext>
            </a:extLst>
          </p:cNvPr>
          <p:cNvSpPr>
            <a:spLocks xmlns:a="http://schemas.openxmlformats.org/drawingml/2006/main" noGrp="1"/>
          </p:cNvSpPr>
          <p:nvPr/>
        </p:nvSpPr>
        <p:spPr>
          <a:xfrm xmlns:a="http://schemas.openxmlformats.org/drawingml/2006/main">
            <a:off x="4191000" y="27241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B3C3D7"/>
                </a:solidFill>
                <a:latin typeface="Arial"/>
                <a:ea typeface="Arial"/>
                <a:cs typeface="Arial"/>
              </a:defRPr>
            </a:defPPr>
            <a:lvl1pPr>
              <a:buNone/>
              <a:defRPr sz="1725" b="0">
                <a:solidFill>
                  <a:srgbClr val="B3C3D7"/>
                </a:solidFill>
                <a:latin typeface="Arial"/>
                <a:ea typeface="Arial"/>
                <a:cs typeface="Arial"/>
              </a:defRPr>
            </a:lvl1pPr>
            <a:lvl2pPr>
              <a:buNone/>
              <a:defRPr sz="1725" b="0">
                <a:solidFill>
                  <a:srgbClr val="B3C3D7"/>
                </a:solidFill>
                <a:latin typeface="Arial"/>
                <a:ea typeface="Arial"/>
                <a:cs typeface="Arial"/>
              </a:defRPr>
            </a:lvl2pPr>
            <a:lvl3pPr>
              <a:buNone/>
              <a:defRPr sz="1725" b="0">
                <a:solidFill>
                  <a:srgbClr val="B3C3D7"/>
                </a:solidFill>
                <a:latin typeface="Arial"/>
                <a:ea typeface="Arial"/>
                <a:cs typeface="Arial"/>
              </a:defRPr>
            </a:lvl3pPr>
            <a:lvl4pPr>
              <a:buNone/>
              <a:defRPr sz="1725" b="0">
                <a:solidFill>
                  <a:srgbClr val="B3C3D7"/>
                </a:solidFill>
                <a:latin typeface="Arial"/>
                <a:ea typeface="Arial"/>
                <a:cs typeface="Arial"/>
              </a:defRPr>
            </a:lvl4pPr>
            <a:lvl5pPr>
              <a:buNone/>
              <a:defRPr sz="1725" b="0">
                <a:solidFill>
                  <a:srgbClr val="B3C3D7"/>
                </a:solidFill>
                <a:latin typeface="Arial"/>
                <a:ea typeface="Arial"/>
                <a:cs typeface="Arial"/>
              </a:defRPr>
            </a:lvl5pPr>
            <a:lvl6pPr>
              <a:buNone/>
              <a:defRPr sz="1725" b="0">
                <a:solidFill>
                  <a:srgbClr val="B3C3D7"/>
                </a:solidFill>
                <a:latin typeface="Arial"/>
                <a:ea typeface="Arial"/>
                <a:cs typeface="Arial"/>
              </a:defRPr>
            </a:lvl6pPr>
            <a:lvl7pPr>
              <a:buNone/>
              <a:defRPr sz="1725" b="0">
                <a:solidFill>
                  <a:srgbClr val="B3C3D7"/>
                </a:solidFill>
                <a:latin typeface="Arial"/>
                <a:ea typeface="Arial"/>
                <a:cs typeface="Arial"/>
              </a:defRPr>
            </a:lvl7pPr>
            <a:lvl8pPr>
              <a:buNone/>
              <a:defRPr sz="1725" b="0">
                <a:solidFill>
                  <a:srgbClr val="B3C3D7"/>
                </a:solidFill>
                <a:latin typeface="Arial"/>
                <a:ea typeface="Arial"/>
                <a:cs typeface="Arial"/>
              </a:defRPr>
            </a:lvl8pPr>
            <a:lvl9pPr>
              <a:buNone/>
              <a:defRPr sz="1725" b="0">
                <a:solidFill>
                  <a:srgbClr val="B3C3D7"/>
                </a:solidFill>
                <a:latin typeface="Arial"/>
                <a:ea typeface="Arial"/>
                <a:cs typeface="Arial"/>
              </a:defRPr>
            </a:lvl9pPr>
          </a:lstStyle>
          <a:p xmlns:a="http://schemas.openxmlformats.org/drawingml/2006/main">
            <a:pPr>
              <a:buNone/>
              <a:defRPr sz="1725" b="0">
                <a:solidFill>
                  <a:srgbClr val="B3C3D7"/>
                </a:solidFill>
                <a:latin typeface="Arial"/>
                <a:ea typeface="Arial"/>
                <a:cs typeface="Arial"/>
              </a:defRPr>
            </a:pPr>
            <a:r>
              <a:rPr sz="1725" b="0">
                <a:solidFill>
                  <a:srgbClr val="B3C3D7"/>
                </a:solidFill>
                <a:latin typeface="Arial"/>
                <a:ea typeface="Arial"/>
                <a:cs typeface="Arial"/>
              </a:rPr>
              <a:t>editable frames</a:t>
            </a:r>
          </a:p>
        </p:txBody>
      </p:sp>
      <p:sp>
        <p:nvSpPr>
          <p:cNvPr id="8" name="">
            <a:extLst xmlns:a="http://schemas.openxmlformats.org/drawingml/2006/main">
              <a:ext uri="{FF2B5EF4-FFF2-40B4-BE49-F238E27FC236}">
                <a16:creationId xmlns:a16="http://schemas.microsoft.com/office/drawing/2014/main" id="{73E3E4A6-16F3-4EF3-800A-276243DD94A2}"/>
              </a:ext>
            </a:extLst>
          </p:cNvPr>
          <p:cNvSpPr>
            <a:spLocks xmlns:a="http://schemas.openxmlformats.org/drawingml/2006/main" noGrp="1"/>
          </p:cNvSpPr>
          <p:nvPr/>
        </p:nvSpPr>
        <p:spPr>
          <a:xfrm xmlns:a="http://schemas.openxmlformats.org/drawingml/2006/main">
            <a:off x="7667625" y="17145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55C3F2"/>
                </a:solidFill>
                <a:latin typeface="Arial"/>
                <a:ea typeface="Arial"/>
                <a:cs typeface="Arial"/>
              </a:defRPr>
            </a:defPPr>
            <a:lvl1pPr>
              <a:buNone/>
              <a:defRPr sz="5850" b="1">
                <a:solidFill>
                  <a:srgbClr val="55C3F2"/>
                </a:solidFill>
                <a:latin typeface="Arial"/>
                <a:ea typeface="Arial"/>
                <a:cs typeface="Arial"/>
              </a:defRPr>
            </a:lvl1pPr>
            <a:lvl2pPr>
              <a:buNone/>
              <a:defRPr sz="5850" b="1">
                <a:solidFill>
                  <a:srgbClr val="55C3F2"/>
                </a:solidFill>
                <a:latin typeface="Arial"/>
                <a:ea typeface="Arial"/>
                <a:cs typeface="Arial"/>
              </a:defRPr>
            </a:lvl2pPr>
            <a:lvl3pPr>
              <a:buNone/>
              <a:defRPr sz="5850" b="1">
                <a:solidFill>
                  <a:srgbClr val="55C3F2"/>
                </a:solidFill>
                <a:latin typeface="Arial"/>
                <a:ea typeface="Arial"/>
                <a:cs typeface="Arial"/>
              </a:defRPr>
            </a:lvl3pPr>
            <a:lvl4pPr>
              <a:buNone/>
              <a:defRPr sz="5850" b="1">
                <a:solidFill>
                  <a:srgbClr val="55C3F2"/>
                </a:solidFill>
                <a:latin typeface="Arial"/>
                <a:ea typeface="Arial"/>
                <a:cs typeface="Arial"/>
              </a:defRPr>
            </a:lvl4pPr>
            <a:lvl5pPr>
              <a:buNone/>
              <a:defRPr sz="5850" b="1">
                <a:solidFill>
                  <a:srgbClr val="55C3F2"/>
                </a:solidFill>
                <a:latin typeface="Arial"/>
                <a:ea typeface="Arial"/>
                <a:cs typeface="Arial"/>
              </a:defRPr>
            </a:lvl5pPr>
            <a:lvl6pPr>
              <a:buNone/>
              <a:defRPr sz="5850" b="1">
                <a:solidFill>
                  <a:srgbClr val="55C3F2"/>
                </a:solidFill>
                <a:latin typeface="Arial"/>
                <a:ea typeface="Arial"/>
                <a:cs typeface="Arial"/>
              </a:defRPr>
            </a:lvl6pPr>
            <a:lvl7pPr>
              <a:buNone/>
              <a:defRPr sz="5850" b="1">
                <a:solidFill>
                  <a:srgbClr val="55C3F2"/>
                </a:solidFill>
                <a:latin typeface="Arial"/>
                <a:ea typeface="Arial"/>
                <a:cs typeface="Arial"/>
              </a:defRPr>
            </a:lvl7pPr>
            <a:lvl8pPr>
              <a:buNone/>
              <a:defRPr sz="5850" b="1">
                <a:solidFill>
                  <a:srgbClr val="55C3F2"/>
                </a:solidFill>
                <a:latin typeface="Arial"/>
                <a:ea typeface="Arial"/>
                <a:cs typeface="Arial"/>
              </a:defRPr>
            </a:lvl8pPr>
            <a:lvl9pPr>
              <a:buNone/>
              <a:defRPr sz="5850" b="1">
                <a:solidFill>
                  <a:srgbClr val="55C3F2"/>
                </a:solidFill>
                <a:latin typeface="Arial"/>
                <a:ea typeface="Arial"/>
                <a:cs typeface="Arial"/>
              </a:defRPr>
            </a:lvl9pPr>
          </a:lstStyle>
          <a:p xmlns:a="http://schemas.openxmlformats.org/drawingml/2006/main">
            <a:pPr>
              <a:buNone/>
              <a:defRPr sz="5850" b="1">
                <a:solidFill>
                  <a:srgbClr val="55C3F2"/>
                </a:solidFill>
                <a:latin typeface="Arial"/>
                <a:ea typeface="Arial"/>
                <a:cs typeface="Arial"/>
              </a:defRPr>
            </a:pPr>
            <a:r>
              <a:rPr sz="5850" b="1">
                <a:solidFill>
                  <a:srgbClr val="55C3F2"/>
                </a:solidFill>
                <a:latin typeface="Arial"/>
                <a:ea typeface="Arial"/>
                <a:cs typeface="Arial"/>
              </a:rPr>
              <a:t>174</a:t>
            </a:r>
          </a:p>
        </p:txBody>
      </p:sp>
      <p:sp>
        <p:nvSpPr>
          <p:cNvPr id="9" name="">
            <a:extLst xmlns:a="http://schemas.openxmlformats.org/drawingml/2006/main">
              <a:ext uri="{FF2B5EF4-FFF2-40B4-BE49-F238E27FC236}">
                <a16:creationId xmlns:a16="http://schemas.microsoft.com/office/drawing/2014/main" id="{3038F5FC-D044-4A38-9999-CA5069A078B7}"/>
              </a:ext>
            </a:extLst>
          </p:cNvPr>
          <p:cNvSpPr>
            <a:spLocks xmlns:a="http://schemas.openxmlformats.org/drawingml/2006/main" noGrp="1"/>
          </p:cNvSpPr>
          <p:nvPr/>
        </p:nvSpPr>
        <p:spPr>
          <a:xfrm xmlns:a="http://schemas.openxmlformats.org/drawingml/2006/main">
            <a:off x="7667625" y="27241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B3C3D7"/>
                </a:solidFill>
                <a:latin typeface="Arial"/>
                <a:ea typeface="Arial"/>
                <a:cs typeface="Arial"/>
              </a:defRPr>
            </a:defPPr>
            <a:lvl1pPr>
              <a:buNone/>
              <a:defRPr sz="1725" b="0">
                <a:solidFill>
                  <a:srgbClr val="B3C3D7"/>
                </a:solidFill>
                <a:latin typeface="Arial"/>
                <a:ea typeface="Arial"/>
                <a:cs typeface="Arial"/>
              </a:defRPr>
            </a:lvl1pPr>
            <a:lvl2pPr>
              <a:buNone/>
              <a:defRPr sz="1725" b="0">
                <a:solidFill>
                  <a:srgbClr val="B3C3D7"/>
                </a:solidFill>
                <a:latin typeface="Arial"/>
                <a:ea typeface="Arial"/>
                <a:cs typeface="Arial"/>
              </a:defRPr>
            </a:lvl2pPr>
            <a:lvl3pPr>
              <a:buNone/>
              <a:defRPr sz="1725" b="0">
                <a:solidFill>
                  <a:srgbClr val="B3C3D7"/>
                </a:solidFill>
                <a:latin typeface="Arial"/>
                <a:ea typeface="Arial"/>
                <a:cs typeface="Arial"/>
              </a:defRPr>
            </a:lvl3pPr>
            <a:lvl4pPr>
              <a:buNone/>
              <a:defRPr sz="1725" b="0">
                <a:solidFill>
                  <a:srgbClr val="B3C3D7"/>
                </a:solidFill>
                <a:latin typeface="Arial"/>
                <a:ea typeface="Arial"/>
                <a:cs typeface="Arial"/>
              </a:defRPr>
            </a:lvl4pPr>
            <a:lvl5pPr>
              <a:buNone/>
              <a:defRPr sz="1725" b="0">
                <a:solidFill>
                  <a:srgbClr val="B3C3D7"/>
                </a:solidFill>
                <a:latin typeface="Arial"/>
                <a:ea typeface="Arial"/>
                <a:cs typeface="Arial"/>
              </a:defRPr>
            </a:lvl5pPr>
            <a:lvl6pPr>
              <a:buNone/>
              <a:defRPr sz="1725" b="0">
                <a:solidFill>
                  <a:srgbClr val="B3C3D7"/>
                </a:solidFill>
                <a:latin typeface="Arial"/>
                <a:ea typeface="Arial"/>
                <a:cs typeface="Arial"/>
              </a:defRPr>
            </a:lvl6pPr>
            <a:lvl7pPr>
              <a:buNone/>
              <a:defRPr sz="1725" b="0">
                <a:solidFill>
                  <a:srgbClr val="B3C3D7"/>
                </a:solidFill>
                <a:latin typeface="Arial"/>
                <a:ea typeface="Arial"/>
                <a:cs typeface="Arial"/>
              </a:defRPr>
            </a:lvl7pPr>
            <a:lvl8pPr>
              <a:buNone/>
              <a:defRPr sz="1725" b="0">
                <a:solidFill>
                  <a:srgbClr val="B3C3D7"/>
                </a:solidFill>
                <a:latin typeface="Arial"/>
                <a:ea typeface="Arial"/>
                <a:cs typeface="Arial"/>
              </a:defRPr>
            </a:lvl8pPr>
            <a:lvl9pPr>
              <a:buNone/>
              <a:defRPr sz="1725" b="0">
                <a:solidFill>
                  <a:srgbClr val="B3C3D7"/>
                </a:solidFill>
                <a:latin typeface="Arial"/>
                <a:ea typeface="Arial"/>
                <a:cs typeface="Arial"/>
              </a:defRPr>
            </a:lvl9pPr>
          </a:lstStyle>
          <a:p xmlns:a="http://schemas.openxmlformats.org/drawingml/2006/main">
            <a:pPr>
              <a:buNone/>
              <a:defRPr sz="1725" b="0">
                <a:solidFill>
                  <a:srgbClr val="B3C3D7"/>
                </a:solidFill>
                <a:latin typeface="Arial"/>
                <a:ea typeface="Arial"/>
                <a:cs typeface="Arial"/>
              </a:defRPr>
            </a:pPr>
            <a:r>
              <a:rPr sz="1725" b="0">
                <a:solidFill>
                  <a:srgbClr val="B3C3D7"/>
                </a:solidFill>
                <a:latin typeface="Arial"/>
                <a:ea typeface="Arial"/>
                <a:cs typeface="Arial"/>
              </a:rPr>
              <a:t>navigation links</a:t>
            </a:r>
          </a:p>
        </p:txBody>
      </p:sp>
      <p:sp>
        <p:nvSpPr>
          <p:cNvPr id="10" name="">
            <a:extLst xmlns:a="http://schemas.openxmlformats.org/drawingml/2006/main">
              <a:ext uri="{FF2B5EF4-FFF2-40B4-BE49-F238E27FC236}">
                <a16:creationId xmlns:a16="http://schemas.microsoft.com/office/drawing/2014/main" id="{690EA97F-E489-42A3-A9C7-E514307774F4}"/>
              </a:ext>
            </a:extLst>
          </p:cNvPr>
          <p:cNvSpPr>
            <a:spLocks xmlns:a="http://schemas.openxmlformats.org/drawingml/2006/main" noGrp="1"/>
          </p:cNvSpPr>
          <p:nvPr/>
        </p:nvSpPr>
        <p:spPr>
          <a:xfrm xmlns:a="http://schemas.openxmlformats.org/drawingml/2006/main">
            <a:off x="609600" y="36957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F6F8FC"/>
                </a:solidFill>
                <a:latin typeface="Arial"/>
                <a:ea typeface="Arial"/>
                <a:cs typeface="Arial"/>
              </a:defRPr>
            </a:defPPr>
            <a:lvl1pPr>
              <a:buNone/>
              <a:defRPr sz="2175" b="1">
                <a:solidFill>
                  <a:srgbClr val="F6F8FC"/>
                </a:solidFill>
                <a:latin typeface="Arial"/>
                <a:ea typeface="Arial"/>
                <a:cs typeface="Arial"/>
              </a:defRPr>
            </a:lvl1pPr>
            <a:lvl2pPr>
              <a:buNone/>
              <a:defRPr sz="2175" b="1">
                <a:solidFill>
                  <a:srgbClr val="F6F8FC"/>
                </a:solidFill>
                <a:latin typeface="Arial"/>
                <a:ea typeface="Arial"/>
                <a:cs typeface="Arial"/>
              </a:defRPr>
            </a:lvl2pPr>
            <a:lvl3pPr>
              <a:buNone/>
              <a:defRPr sz="2175" b="1">
                <a:solidFill>
                  <a:srgbClr val="F6F8FC"/>
                </a:solidFill>
                <a:latin typeface="Arial"/>
                <a:ea typeface="Arial"/>
                <a:cs typeface="Arial"/>
              </a:defRPr>
            </a:lvl3pPr>
            <a:lvl4pPr>
              <a:buNone/>
              <a:defRPr sz="2175" b="1">
                <a:solidFill>
                  <a:srgbClr val="F6F8FC"/>
                </a:solidFill>
                <a:latin typeface="Arial"/>
                <a:ea typeface="Arial"/>
                <a:cs typeface="Arial"/>
              </a:defRPr>
            </a:lvl4pPr>
            <a:lvl5pPr>
              <a:buNone/>
              <a:defRPr sz="2175" b="1">
                <a:solidFill>
                  <a:srgbClr val="F6F8FC"/>
                </a:solidFill>
                <a:latin typeface="Arial"/>
                <a:ea typeface="Arial"/>
                <a:cs typeface="Arial"/>
              </a:defRPr>
            </a:lvl5pPr>
            <a:lvl6pPr>
              <a:buNone/>
              <a:defRPr sz="2175" b="1">
                <a:solidFill>
                  <a:srgbClr val="F6F8FC"/>
                </a:solidFill>
                <a:latin typeface="Arial"/>
                <a:ea typeface="Arial"/>
                <a:cs typeface="Arial"/>
              </a:defRPr>
            </a:lvl6pPr>
            <a:lvl7pPr>
              <a:buNone/>
              <a:defRPr sz="2175" b="1">
                <a:solidFill>
                  <a:srgbClr val="F6F8FC"/>
                </a:solidFill>
                <a:latin typeface="Arial"/>
                <a:ea typeface="Arial"/>
                <a:cs typeface="Arial"/>
              </a:defRPr>
            </a:lvl7pPr>
            <a:lvl8pPr>
              <a:buNone/>
              <a:defRPr sz="2175" b="1">
                <a:solidFill>
                  <a:srgbClr val="F6F8FC"/>
                </a:solidFill>
                <a:latin typeface="Arial"/>
                <a:ea typeface="Arial"/>
                <a:cs typeface="Arial"/>
              </a:defRPr>
            </a:lvl8pPr>
            <a:lvl9pPr>
              <a:buNone/>
              <a:defRPr sz="2175" b="1">
                <a:solidFill>
                  <a:srgbClr val="F6F8FC"/>
                </a:solidFill>
                <a:latin typeface="Arial"/>
                <a:ea typeface="Arial"/>
                <a:cs typeface="Arial"/>
              </a:defRPr>
            </a:lvl9pPr>
          </a:lstStyle>
          <a:p xmlns:a="http://schemas.openxmlformats.org/drawingml/2006/main">
            <a:pPr>
              <a:buNone/>
              <a:defRPr sz="2175" b="1">
                <a:solidFill>
                  <a:srgbClr val="F6F8FC"/>
                </a:solidFill>
                <a:latin typeface="Arial"/>
                <a:ea typeface="Arial"/>
                <a:cs typeface="Arial"/>
              </a:defRPr>
            </a:pPr>
            <a:r>
              <a:rPr sz="2175" b="1">
                <a:solidFill>
                  <a:srgbClr val="F6F8FC"/>
                </a:solidFill>
                <a:latin typeface="Arial"/>
                <a:ea typeface="Arial"/>
                <a:cs typeface="Arial"/>
              </a:rPr>
              <a:t>Rewards are simulated and subject to university approval. Campus analytics use demonstration data.</a:t>
            </a:r>
          </a:p>
        </p:txBody>
      </p:sp>
      <p:sp>
        <p:nvSpPr>
          <p:cNvPr id="11" name="">
            <a:extLst xmlns:a="http://schemas.openxmlformats.org/drawingml/2006/main">
              <a:ext uri="{FF2B5EF4-FFF2-40B4-BE49-F238E27FC236}">
                <a16:creationId xmlns:a16="http://schemas.microsoft.com/office/drawing/2014/main" id="{5FA70EE6-C7B2-4F51-92D6-81B013284D0A}"/>
              </a:ext>
            </a:extLst>
          </p:cNvPr>
          <p:cNvSpPr>
            <a:spLocks xmlns:a="http://schemas.openxmlformats.org/drawingml/2006/main" noGrp="1"/>
          </p:cNvSpPr>
          <p:nvPr/>
        </p:nvSpPr>
        <p:spPr>
          <a:xfrm xmlns:a="http://schemas.openxmlformats.org/drawingml/2006/main">
            <a:off x="609600" y="59721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85A1BD"/>
                </a:solidFill>
                <a:latin typeface="Arial"/>
                <a:ea typeface="Arial"/>
                <a:cs typeface="Arial"/>
              </a:defRPr>
            </a:defPPr>
            <a:lvl1pPr>
              <a:buNone/>
              <a:defRPr sz="1275" b="0">
                <a:solidFill>
                  <a:srgbClr val="85A1BD"/>
                </a:solidFill>
                <a:latin typeface="Arial"/>
                <a:ea typeface="Arial"/>
                <a:cs typeface="Arial"/>
              </a:defRPr>
            </a:lvl1pPr>
            <a:lvl2pPr>
              <a:buNone/>
              <a:defRPr sz="1275" b="0">
                <a:solidFill>
                  <a:srgbClr val="85A1BD"/>
                </a:solidFill>
                <a:latin typeface="Arial"/>
                <a:ea typeface="Arial"/>
                <a:cs typeface="Arial"/>
              </a:defRPr>
            </a:lvl2pPr>
            <a:lvl3pPr>
              <a:buNone/>
              <a:defRPr sz="1275" b="0">
                <a:solidFill>
                  <a:srgbClr val="85A1BD"/>
                </a:solidFill>
                <a:latin typeface="Arial"/>
                <a:ea typeface="Arial"/>
                <a:cs typeface="Arial"/>
              </a:defRPr>
            </a:lvl3pPr>
            <a:lvl4pPr>
              <a:buNone/>
              <a:defRPr sz="1275" b="0">
                <a:solidFill>
                  <a:srgbClr val="85A1BD"/>
                </a:solidFill>
                <a:latin typeface="Arial"/>
                <a:ea typeface="Arial"/>
                <a:cs typeface="Arial"/>
              </a:defRPr>
            </a:lvl4pPr>
            <a:lvl5pPr>
              <a:buNone/>
              <a:defRPr sz="1275" b="0">
                <a:solidFill>
                  <a:srgbClr val="85A1BD"/>
                </a:solidFill>
                <a:latin typeface="Arial"/>
                <a:ea typeface="Arial"/>
                <a:cs typeface="Arial"/>
              </a:defRPr>
            </a:lvl5pPr>
            <a:lvl6pPr>
              <a:buNone/>
              <a:defRPr sz="1275" b="0">
                <a:solidFill>
                  <a:srgbClr val="85A1BD"/>
                </a:solidFill>
                <a:latin typeface="Arial"/>
                <a:ea typeface="Arial"/>
                <a:cs typeface="Arial"/>
              </a:defRPr>
            </a:lvl6pPr>
            <a:lvl7pPr>
              <a:buNone/>
              <a:defRPr sz="1275" b="0">
                <a:solidFill>
                  <a:srgbClr val="85A1BD"/>
                </a:solidFill>
                <a:latin typeface="Arial"/>
                <a:ea typeface="Arial"/>
                <a:cs typeface="Arial"/>
              </a:defRPr>
            </a:lvl7pPr>
            <a:lvl8pPr>
              <a:buNone/>
              <a:defRPr sz="1275" b="0">
                <a:solidFill>
                  <a:srgbClr val="85A1BD"/>
                </a:solidFill>
                <a:latin typeface="Arial"/>
                <a:ea typeface="Arial"/>
                <a:cs typeface="Arial"/>
              </a:defRPr>
            </a:lvl8pPr>
            <a:lvl9pPr>
              <a:buNone/>
              <a:defRPr sz="1275" b="0">
                <a:solidFill>
                  <a:srgbClr val="85A1BD"/>
                </a:solidFill>
                <a:latin typeface="Arial"/>
                <a:ea typeface="Arial"/>
                <a:cs typeface="Arial"/>
              </a:defRPr>
            </a:lvl9pPr>
          </a:lstStyle>
          <a:p xmlns:a="http://schemas.openxmlformats.org/drawingml/2006/main">
            <a:pPr>
              <a:buNone/>
              <a:defRPr sz="1275" b="0">
                <a:solidFill>
                  <a:srgbClr val="85A1BD"/>
                </a:solidFill>
                <a:latin typeface="Arial"/>
                <a:ea typeface="Arial"/>
                <a:cs typeface="Arial"/>
              </a:defRPr>
            </a:pPr>
            <a:r>
              <a:rPr sz="1275" b="0">
                <a:solidFill>
                  <a:srgbClr val="85A1BD"/>
                </a:solidFill>
                <a:latin typeface="Arial"/>
                <a:ea typeface="Arial"/>
                <a:cs typeface="Arial"/>
              </a:rPr>
              <a:t>Human Present-mode walkthrough and keyboard review are planned</a:t>
            </a:r>
          </a:p>
        </p:txBody>
      </p:sp>
    </p:spTree>
    <p:extLst>
      <p:ext uri="{BB962C8B-B14F-4D97-AF65-F5344CB8AC3E}">
        <p14:creationId xmlns:p14="http://schemas.microsoft.com/office/powerpoint/2010/main" val="1356417180"/>
      </p:ext>
    </p:extLst>
  </p:cSld>
</p:sld>
</file>

<file path=ppt/slides/slide8.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60FA35-21CB-45E9-9CB5-2665C9F816AB}"/>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9310EE53-2535-4D3B-BF64-3881582CC765}"/>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Team roles and working agreements</a:t>
            </a:r>
          </a:p>
        </p:txBody>
      </p:sp>
      <p:sp>
        <p:nvSpPr>
          <p:cNvPr id="3" name="">
            <a:extLst xmlns:a="http://schemas.openxmlformats.org/drawingml/2006/main">
              <a:ext uri="{FF2B5EF4-FFF2-40B4-BE49-F238E27FC236}">
                <a16:creationId xmlns:a16="http://schemas.microsoft.com/office/drawing/2014/main" id="{EFD58888-7602-4CFF-AD29-A4CBF6766891}"/>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2F4C434-EA4C-4ACE-8908-E193CC77390B}"/>
              </a:ext>
            </a:extLst>
          </p:cNvPr>
          <p:cNvSpPr>
            <a:spLocks xmlns:a="http://schemas.openxmlformats.org/drawingml/2006/main" noGrp="1"/>
          </p:cNvSpPr>
          <p:nvPr/>
        </p:nvSpPr>
        <p:spPr>
          <a:xfrm xmlns:a="http://schemas.openxmlformats.org/drawingml/2006/main">
            <a:off x="609600" y="152400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Aldiyar Gaisa</a:t>
            </a:r>
          </a:p>
        </p:txBody>
      </p:sp>
      <p:sp>
        <p:nvSpPr>
          <p:cNvPr id="5" name="">
            <a:extLst xmlns:a="http://schemas.openxmlformats.org/drawingml/2006/main">
              <a:ext uri="{FF2B5EF4-FFF2-40B4-BE49-F238E27FC236}">
                <a16:creationId xmlns:a16="http://schemas.microsoft.com/office/drawing/2014/main" id="{871A0B85-E645-47F9-A38F-590289C8705A}"/>
              </a:ext>
            </a:extLst>
          </p:cNvPr>
          <p:cNvSpPr>
            <a:spLocks xmlns:a="http://schemas.openxmlformats.org/drawingml/2006/main" noGrp="1"/>
          </p:cNvSpPr>
          <p:nvPr/>
        </p:nvSpPr>
        <p:spPr>
          <a:xfrm xmlns:a="http://schemas.openxmlformats.org/drawingml/2006/main">
            <a:off x="3571875" y="15240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Product Owner and Developer</a:t>
            </a:r>
          </a:p>
        </p:txBody>
      </p:sp>
      <p:sp>
        <p:nvSpPr>
          <p:cNvPr id="6" name="">
            <a:extLst xmlns:a="http://schemas.openxmlformats.org/drawingml/2006/main">
              <a:ext uri="{FF2B5EF4-FFF2-40B4-BE49-F238E27FC236}">
                <a16:creationId xmlns:a16="http://schemas.microsoft.com/office/drawing/2014/main" id="{60E4102D-0AF4-4935-96DC-BC1062A1F912}"/>
              </a:ext>
            </a:extLst>
          </p:cNvPr>
          <p:cNvSpPr>
            <a:spLocks xmlns:a="http://schemas.openxmlformats.org/drawingml/2006/main" noGrp="1"/>
          </p:cNvSpPr>
          <p:nvPr/>
        </p:nvSpPr>
        <p:spPr>
          <a:xfrm xmlns:a="http://schemas.openxmlformats.org/drawingml/2006/main">
            <a:off x="609600" y="239077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Askhat Rakhmetollayev</a:t>
            </a:r>
          </a:p>
        </p:txBody>
      </p:sp>
      <p:sp>
        <p:nvSpPr>
          <p:cNvPr id="7" name="">
            <a:extLst xmlns:a="http://schemas.openxmlformats.org/drawingml/2006/main">
              <a:ext uri="{FF2B5EF4-FFF2-40B4-BE49-F238E27FC236}">
                <a16:creationId xmlns:a16="http://schemas.microsoft.com/office/drawing/2014/main" id="{323B18D9-D1EF-4ACF-B872-BC88961F6ADB}"/>
              </a:ext>
            </a:extLst>
          </p:cNvPr>
          <p:cNvSpPr>
            <a:spLocks xmlns:a="http://schemas.openxmlformats.org/drawingml/2006/main" noGrp="1"/>
          </p:cNvSpPr>
          <p:nvPr/>
        </p:nvSpPr>
        <p:spPr>
          <a:xfrm xmlns:a="http://schemas.openxmlformats.org/drawingml/2006/main">
            <a:off x="3571875" y="23907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Scrum Master and Developer</a:t>
            </a:r>
          </a:p>
        </p:txBody>
      </p:sp>
      <p:sp>
        <p:nvSpPr>
          <p:cNvPr id="8" name="">
            <a:extLst xmlns:a="http://schemas.openxmlformats.org/drawingml/2006/main">
              <a:ext uri="{FF2B5EF4-FFF2-40B4-BE49-F238E27FC236}">
                <a16:creationId xmlns:a16="http://schemas.microsoft.com/office/drawing/2014/main" id="{22B960EF-9C3A-4F50-A82B-24EADA4FD94D}"/>
              </a:ext>
            </a:extLst>
          </p:cNvPr>
          <p:cNvSpPr>
            <a:spLocks xmlns:a="http://schemas.openxmlformats.org/drawingml/2006/main" noGrp="1"/>
          </p:cNvSpPr>
          <p:nvPr/>
        </p:nvSpPr>
        <p:spPr>
          <a:xfrm xmlns:a="http://schemas.openxmlformats.org/drawingml/2006/main">
            <a:off x="609600" y="325755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Tamerlan Khassenov</a:t>
            </a:r>
          </a:p>
        </p:txBody>
      </p:sp>
      <p:sp>
        <p:nvSpPr>
          <p:cNvPr id="9" name="">
            <a:extLst xmlns:a="http://schemas.openxmlformats.org/drawingml/2006/main">
              <a:ext uri="{FF2B5EF4-FFF2-40B4-BE49-F238E27FC236}">
                <a16:creationId xmlns:a16="http://schemas.microsoft.com/office/drawing/2014/main" id="{C0B92421-ACBD-44B5-ACE9-4FBADD433702}"/>
              </a:ext>
            </a:extLst>
          </p:cNvPr>
          <p:cNvSpPr>
            <a:spLocks xmlns:a="http://schemas.openxmlformats.org/drawingml/2006/main" noGrp="1"/>
          </p:cNvSpPr>
          <p:nvPr/>
        </p:nvSpPr>
        <p:spPr>
          <a:xfrm xmlns:a="http://schemas.openxmlformats.org/drawingml/2006/main">
            <a:off x="3571875" y="32575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Backend Developer</a:t>
            </a:r>
          </a:p>
        </p:txBody>
      </p:sp>
      <p:sp>
        <p:nvSpPr>
          <p:cNvPr id="10" name="">
            <a:extLst xmlns:a="http://schemas.openxmlformats.org/drawingml/2006/main">
              <a:ext uri="{FF2B5EF4-FFF2-40B4-BE49-F238E27FC236}">
                <a16:creationId xmlns:a16="http://schemas.microsoft.com/office/drawing/2014/main" id="{2C076703-1DB2-4E8A-BA63-634CA0F73464}"/>
              </a:ext>
            </a:extLst>
          </p:cNvPr>
          <p:cNvSpPr>
            <a:spLocks xmlns:a="http://schemas.openxmlformats.org/drawingml/2006/main" noGrp="1"/>
          </p:cNvSpPr>
          <p:nvPr/>
        </p:nvSpPr>
        <p:spPr>
          <a:xfrm xmlns:a="http://schemas.openxmlformats.org/drawingml/2006/main">
            <a:off x="609600" y="412432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Merey Amangeldi</a:t>
            </a:r>
          </a:p>
        </p:txBody>
      </p:sp>
      <p:sp>
        <p:nvSpPr>
          <p:cNvPr id="11" name="">
            <a:extLst xmlns:a="http://schemas.openxmlformats.org/drawingml/2006/main">
              <a:ext uri="{FF2B5EF4-FFF2-40B4-BE49-F238E27FC236}">
                <a16:creationId xmlns:a16="http://schemas.microsoft.com/office/drawing/2014/main" id="{3ED8DD2D-66E3-4FAD-A371-5E714B7CE073}"/>
              </a:ext>
            </a:extLst>
          </p:cNvPr>
          <p:cNvSpPr>
            <a:spLocks xmlns:a="http://schemas.openxmlformats.org/drawingml/2006/main" noGrp="1"/>
          </p:cNvSpPr>
          <p:nvPr/>
        </p:nvSpPr>
        <p:spPr>
          <a:xfrm xmlns:a="http://schemas.openxmlformats.org/drawingml/2006/main">
            <a:off x="3571875" y="412432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UI Developer</a:t>
            </a:r>
          </a:p>
        </p:txBody>
      </p:sp>
      <p:sp>
        <p:nvSpPr>
          <p:cNvPr id="12" name="">
            <a:extLst xmlns:a="http://schemas.openxmlformats.org/drawingml/2006/main">
              <a:ext uri="{FF2B5EF4-FFF2-40B4-BE49-F238E27FC236}">
                <a16:creationId xmlns:a16="http://schemas.microsoft.com/office/drawing/2014/main" id="{88FF7290-5FA4-4D40-8334-07864523296F}"/>
              </a:ext>
            </a:extLst>
          </p:cNvPr>
          <p:cNvSpPr>
            <a:spLocks xmlns:a="http://schemas.openxmlformats.org/drawingml/2006/main" noGrp="1"/>
          </p:cNvSpPr>
          <p:nvPr/>
        </p:nvSpPr>
        <p:spPr>
          <a:xfrm xmlns:a="http://schemas.openxmlformats.org/drawingml/2006/main">
            <a:off x="609600" y="499110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Asanali Yessenbekov</a:t>
            </a:r>
          </a:p>
        </p:txBody>
      </p:sp>
      <p:sp>
        <p:nvSpPr>
          <p:cNvPr id="13" name="">
            <a:extLst xmlns:a="http://schemas.openxmlformats.org/drawingml/2006/main">
              <a:ext uri="{FF2B5EF4-FFF2-40B4-BE49-F238E27FC236}">
                <a16:creationId xmlns:a16="http://schemas.microsoft.com/office/drawing/2014/main" id="{CD322FF1-5C23-4239-8332-46D1BB77605B}"/>
              </a:ext>
            </a:extLst>
          </p:cNvPr>
          <p:cNvSpPr>
            <a:spLocks xmlns:a="http://schemas.openxmlformats.org/drawingml/2006/main" noGrp="1"/>
          </p:cNvSpPr>
          <p:nvPr/>
        </p:nvSpPr>
        <p:spPr>
          <a:xfrm xmlns:a="http://schemas.openxmlformats.org/drawingml/2006/main">
            <a:off x="3571875" y="49911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Testing Developer</a:t>
            </a:r>
          </a:p>
        </p:txBody>
      </p:sp>
      <p:sp>
        <p:nvSpPr>
          <p:cNvPr id="14" name="">
            <a:extLst xmlns:a="http://schemas.openxmlformats.org/drawingml/2006/main">
              <a:ext uri="{FF2B5EF4-FFF2-40B4-BE49-F238E27FC236}">
                <a16:creationId xmlns:a16="http://schemas.microsoft.com/office/drawing/2014/main" id="{1FE71758-7943-4DFC-9039-9CC8255F4976}"/>
              </a:ext>
            </a:extLst>
          </p:cNvPr>
          <p:cNvSpPr>
            <a:spLocks xmlns:a="http://schemas.openxmlformats.org/drawingml/2006/main" noGrp="1"/>
          </p:cNvSpPr>
          <p:nvPr/>
        </p:nvSpPr>
        <p:spPr>
          <a:xfrm xmlns:a="http://schemas.openxmlformats.org/drawingml/2006/main">
            <a:off x="609600" y="59721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85A1BD"/>
                </a:solidFill>
                <a:latin typeface="Arial"/>
                <a:ea typeface="Arial"/>
                <a:cs typeface="Arial"/>
              </a:defRPr>
            </a:defPPr>
            <a:lvl1pPr>
              <a:buNone/>
              <a:defRPr sz="1275" b="0">
                <a:solidFill>
                  <a:srgbClr val="85A1BD"/>
                </a:solidFill>
                <a:latin typeface="Arial"/>
                <a:ea typeface="Arial"/>
                <a:cs typeface="Arial"/>
              </a:defRPr>
            </a:lvl1pPr>
            <a:lvl2pPr>
              <a:buNone/>
              <a:defRPr sz="1275" b="0">
                <a:solidFill>
                  <a:srgbClr val="85A1BD"/>
                </a:solidFill>
                <a:latin typeface="Arial"/>
                <a:ea typeface="Arial"/>
                <a:cs typeface="Arial"/>
              </a:defRPr>
            </a:lvl2pPr>
            <a:lvl3pPr>
              <a:buNone/>
              <a:defRPr sz="1275" b="0">
                <a:solidFill>
                  <a:srgbClr val="85A1BD"/>
                </a:solidFill>
                <a:latin typeface="Arial"/>
                <a:ea typeface="Arial"/>
                <a:cs typeface="Arial"/>
              </a:defRPr>
            </a:lvl3pPr>
            <a:lvl4pPr>
              <a:buNone/>
              <a:defRPr sz="1275" b="0">
                <a:solidFill>
                  <a:srgbClr val="85A1BD"/>
                </a:solidFill>
                <a:latin typeface="Arial"/>
                <a:ea typeface="Arial"/>
                <a:cs typeface="Arial"/>
              </a:defRPr>
            </a:lvl4pPr>
            <a:lvl5pPr>
              <a:buNone/>
              <a:defRPr sz="1275" b="0">
                <a:solidFill>
                  <a:srgbClr val="85A1BD"/>
                </a:solidFill>
                <a:latin typeface="Arial"/>
                <a:ea typeface="Arial"/>
                <a:cs typeface="Arial"/>
              </a:defRPr>
            </a:lvl5pPr>
            <a:lvl6pPr>
              <a:buNone/>
              <a:defRPr sz="1275" b="0">
                <a:solidFill>
                  <a:srgbClr val="85A1BD"/>
                </a:solidFill>
                <a:latin typeface="Arial"/>
                <a:ea typeface="Arial"/>
                <a:cs typeface="Arial"/>
              </a:defRPr>
            </a:lvl6pPr>
            <a:lvl7pPr>
              <a:buNone/>
              <a:defRPr sz="1275" b="0">
                <a:solidFill>
                  <a:srgbClr val="85A1BD"/>
                </a:solidFill>
                <a:latin typeface="Arial"/>
                <a:ea typeface="Arial"/>
                <a:cs typeface="Arial"/>
              </a:defRPr>
            </a:lvl7pPr>
            <a:lvl8pPr>
              <a:buNone/>
              <a:defRPr sz="1275" b="0">
                <a:solidFill>
                  <a:srgbClr val="85A1BD"/>
                </a:solidFill>
                <a:latin typeface="Arial"/>
                <a:ea typeface="Arial"/>
                <a:cs typeface="Arial"/>
              </a:defRPr>
            </a:lvl8pPr>
            <a:lvl9pPr>
              <a:buNone/>
              <a:defRPr sz="1275" b="0">
                <a:solidFill>
                  <a:srgbClr val="85A1BD"/>
                </a:solidFill>
                <a:latin typeface="Arial"/>
                <a:ea typeface="Arial"/>
                <a:cs typeface="Arial"/>
              </a:defRPr>
            </a:lvl9pPr>
          </a:lstStyle>
          <a:p xmlns:a="http://schemas.openxmlformats.org/drawingml/2006/main">
            <a:pPr>
              <a:buNone/>
              <a:defRPr sz="1275" b="0">
                <a:solidFill>
                  <a:srgbClr val="85A1BD"/>
                </a:solidFill>
                <a:latin typeface="Arial"/>
                <a:ea typeface="Arial"/>
                <a:cs typeface="Arial"/>
              </a:defRPr>
            </a:pPr>
            <a:r>
              <a:rPr sz="1275" b="0">
                <a:solidFill>
                  <a:srgbClr val="85A1BD"/>
                </a:solidFill>
                <a:latin typeface="Arial"/>
                <a:ea typeface="Arial"/>
                <a:cs typeface="Arial"/>
              </a:rPr>
              <a:t>Proposed story contacts and team access still need confirmation</a:t>
            </a:r>
          </a:p>
        </p:txBody>
      </p:sp>
    </p:spTree>
    <p:extLst>
      <p:ext uri="{BB962C8B-B14F-4D97-AF65-F5344CB8AC3E}">
        <p14:creationId xmlns:p14="http://schemas.microsoft.com/office/powerpoint/2010/main" val="976254949"/>
      </p:ext>
    </p:extLst>
  </p:cSld>
</p:sld>
</file>

<file path=ppt/slides/slide9.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8234FA4-95B6-4789-830C-B8A15C956821}"/>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A0F6BA27-A056-4459-9366-F6726A4FD41A}"/>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Sprint review and retrospective records</a:t>
            </a:r>
          </a:p>
        </p:txBody>
      </p:sp>
      <p:sp>
        <p:nvSpPr>
          <p:cNvPr id="3" name="">
            <a:extLst xmlns:a="http://schemas.openxmlformats.org/drawingml/2006/main">
              <a:ext uri="{FF2B5EF4-FFF2-40B4-BE49-F238E27FC236}">
                <a16:creationId xmlns:a16="http://schemas.microsoft.com/office/drawing/2014/main" id="{9085A851-1CBE-4DEA-8644-EEDEB6D91372}"/>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EAD1EC2E-69CF-45FC-BC9C-D0DC20172497}"/>
              </a:ext>
            </a:extLst>
          </p:cNvPr>
          <p:cNvSpPr>
            <a:spLocks xmlns:a="http://schemas.openxmlformats.org/drawingml/2006/main" noGrp="1"/>
          </p:cNvSpPr>
          <p:nvPr/>
        </p:nvSpPr>
        <p:spPr>
          <a:xfrm xmlns:a="http://schemas.openxmlformats.org/drawingml/2006/main">
            <a:off x="609600" y="1714500"/>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1">
                <a:solidFill>
                  <a:srgbClr val="55C3F2"/>
                </a:solidFill>
                <a:latin typeface="Arial"/>
                <a:ea typeface="Arial"/>
                <a:cs typeface="Arial"/>
              </a:defRPr>
            </a:defPPr>
            <a:lvl1pPr>
              <a:buNone/>
              <a:defRPr sz="1575" b="1">
                <a:solidFill>
                  <a:srgbClr val="55C3F2"/>
                </a:solidFill>
                <a:latin typeface="Arial"/>
                <a:ea typeface="Arial"/>
                <a:cs typeface="Arial"/>
              </a:defRPr>
            </a:lvl1pPr>
            <a:lvl2pPr>
              <a:buNone/>
              <a:defRPr sz="1575" b="1">
                <a:solidFill>
                  <a:srgbClr val="55C3F2"/>
                </a:solidFill>
                <a:latin typeface="Arial"/>
                <a:ea typeface="Arial"/>
                <a:cs typeface="Arial"/>
              </a:defRPr>
            </a:lvl2pPr>
            <a:lvl3pPr>
              <a:buNone/>
              <a:defRPr sz="1575" b="1">
                <a:solidFill>
                  <a:srgbClr val="55C3F2"/>
                </a:solidFill>
                <a:latin typeface="Arial"/>
                <a:ea typeface="Arial"/>
                <a:cs typeface="Arial"/>
              </a:defRPr>
            </a:lvl3pPr>
            <a:lvl4pPr>
              <a:buNone/>
              <a:defRPr sz="1575" b="1">
                <a:solidFill>
                  <a:srgbClr val="55C3F2"/>
                </a:solidFill>
                <a:latin typeface="Arial"/>
                <a:ea typeface="Arial"/>
                <a:cs typeface="Arial"/>
              </a:defRPr>
            </a:lvl4pPr>
            <a:lvl5pPr>
              <a:buNone/>
              <a:defRPr sz="1575" b="1">
                <a:solidFill>
                  <a:srgbClr val="55C3F2"/>
                </a:solidFill>
                <a:latin typeface="Arial"/>
                <a:ea typeface="Arial"/>
                <a:cs typeface="Arial"/>
              </a:defRPr>
            </a:lvl5pPr>
            <a:lvl6pPr>
              <a:buNone/>
              <a:defRPr sz="1575" b="1">
                <a:solidFill>
                  <a:srgbClr val="55C3F2"/>
                </a:solidFill>
                <a:latin typeface="Arial"/>
                <a:ea typeface="Arial"/>
                <a:cs typeface="Arial"/>
              </a:defRPr>
            </a:lvl6pPr>
            <a:lvl7pPr>
              <a:buNone/>
              <a:defRPr sz="1575" b="1">
                <a:solidFill>
                  <a:srgbClr val="55C3F2"/>
                </a:solidFill>
                <a:latin typeface="Arial"/>
                <a:ea typeface="Arial"/>
                <a:cs typeface="Arial"/>
              </a:defRPr>
            </a:lvl7pPr>
            <a:lvl8pPr>
              <a:buNone/>
              <a:defRPr sz="1575" b="1">
                <a:solidFill>
                  <a:srgbClr val="55C3F2"/>
                </a:solidFill>
                <a:latin typeface="Arial"/>
                <a:ea typeface="Arial"/>
                <a:cs typeface="Arial"/>
              </a:defRPr>
            </a:lvl8pPr>
            <a:lvl9pPr>
              <a:buNone/>
              <a:defRPr sz="1575" b="1">
                <a:solidFill>
                  <a:srgbClr val="55C3F2"/>
                </a:solidFill>
                <a:latin typeface="Arial"/>
                <a:ea typeface="Arial"/>
                <a:cs typeface="Arial"/>
              </a:defRPr>
            </a:lvl9pPr>
          </a:lstStyle>
          <a:p xmlns:a="http://schemas.openxmlformats.org/drawingml/2006/main">
            <a:pPr>
              <a:buNone/>
              <a:defRPr sz="1575" b="1">
                <a:solidFill>
                  <a:srgbClr val="55C3F2"/>
                </a:solidFill>
                <a:latin typeface="Arial"/>
                <a:ea typeface="Arial"/>
                <a:cs typeface="Arial"/>
              </a:defRPr>
            </a:pPr>
            <a:r>
              <a:rPr sz="1575" b="1">
                <a:solidFill>
                  <a:srgbClr val="55C3F2"/>
                </a:solidFill>
                <a:latin typeface="Arial"/>
                <a:ea typeface="Arial"/>
                <a:cs typeface="Arial"/>
              </a:rPr>
              <a:t>Sprint</a:t>
            </a:r>
          </a:p>
        </p:txBody>
      </p:sp>
      <p:sp>
        <p:nvSpPr>
          <p:cNvPr id="5" name="">
            <a:extLst xmlns:a="http://schemas.openxmlformats.org/drawingml/2006/main">
              <a:ext uri="{FF2B5EF4-FFF2-40B4-BE49-F238E27FC236}">
                <a16:creationId xmlns:a16="http://schemas.microsoft.com/office/drawing/2014/main" id="{468E4594-A0FE-4826-84A3-05F94109A235}"/>
              </a:ext>
            </a:extLst>
          </p:cNvPr>
          <p:cNvSpPr>
            <a:spLocks xmlns:a="http://schemas.openxmlformats.org/drawingml/2006/main" noGrp="1"/>
          </p:cNvSpPr>
          <p:nvPr/>
        </p:nvSpPr>
        <p:spPr>
          <a:xfrm xmlns:a="http://schemas.openxmlformats.org/drawingml/2006/main">
            <a:off x="3000375" y="17145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1">
                <a:solidFill>
                  <a:srgbClr val="55C3F2"/>
                </a:solidFill>
                <a:latin typeface="Arial"/>
                <a:ea typeface="Arial"/>
                <a:cs typeface="Arial"/>
              </a:defRPr>
            </a:defPPr>
            <a:lvl1pPr>
              <a:buNone/>
              <a:defRPr sz="1575" b="1">
                <a:solidFill>
                  <a:srgbClr val="55C3F2"/>
                </a:solidFill>
                <a:latin typeface="Arial"/>
                <a:ea typeface="Arial"/>
                <a:cs typeface="Arial"/>
              </a:defRPr>
            </a:lvl1pPr>
            <a:lvl2pPr>
              <a:buNone/>
              <a:defRPr sz="1575" b="1">
                <a:solidFill>
                  <a:srgbClr val="55C3F2"/>
                </a:solidFill>
                <a:latin typeface="Arial"/>
                <a:ea typeface="Arial"/>
                <a:cs typeface="Arial"/>
              </a:defRPr>
            </a:lvl2pPr>
            <a:lvl3pPr>
              <a:buNone/>
              <a:defRPr sz="1575" b="1">
                <a:solidFill>
                  <a:srgbClr val="55C3F2"/>
                </a:solidFill>
                <a:latin typeface="Arial"/>
                <a:ea typeface="Arial"/>
                <a:cs typeface="Arial"/>
              </a:defRPr>
            </a:lvl3pPr>
            <a:lvl4pPr>
              <a:buNone/>
              <a:defRPr sz="1575" b="1">
                <a:solidFill>
                  <a:srgbClr val="55C3F2"/>
                </a:solidFill>
                <a:latin typeface="Arial"/>
                <a:ea typeface="Arial"/>
                <a:cs typeface="Arial"/>
              </a:defRPr>
            </a:lvl4pPr>
            <a:lvl5pPr>
              <a:buNone/>
              <a:defRPr sz="1575" b="1">
                <a:solidFill>
                  <a:srgbClr val="55C3F2"/>
                </a:solidFill>
                <a:latin typeface="Arial"/>
                <a:ea typeface="Arial"/>
                <a:cs typeface="Arial"/>
              </a:defRPr>
            </a:lvl5pPr>
            <a:lvl6pPr>
              <a:buNone/>
              <a:defRPr sz="1575" b="1">
                <a:solidFill>
                  <a:srgbClr val="55C3F2"/>
                </a:solidFill>
                <a:latin typeface="Arial"/>
                <a:ea typeface="Arial"/>
                <a:cs typeface="Arial"/>
              </a:defRPr>
            </a:lvl6pPr>
            <a:lvl7pPr>
              <a:buNone/>
              <a:defRPr sz="1575" b="1">
                <a:solidFill>
                  <a:srgbClr val="55C3F2"/>
                </a:solidFill>
                <a:latin typeface="Arial"/>
                <a:ea typeface="Arial"/>
                <a:cs typeface="Arial"/>
              </a:defRPr>
            </a:lvl7pPr>
            <a:lvl8pPr>
              <a:buNone/>
              <a:defRPr sz="1575" b="1">
                <a:solidFill>
                  <a:srgbClr val="55C3F2"/>
                </a:solidFill>
                <a:latin typeface="Arial"/>
                <a:ea typeface="Arial"/>
                <a:cs typeface="Arial"/>
              </a:defRPr>
            </a:lvl8pPr>
            <a:lvl9pPr>
              <a:buNone/>
              <a:defRPr sz="1575" b="1">
                <a:solidFill>
                  <a:srgbClr val="55C3F2"/>
                </a:solidFill>
                <a:latin typeface="Arial"/>
                <a:ea typeface="Arial"/>
                <a:cs typeface="Arial"/>
              </a:defRPr>
            </a:lvl9pPr>
          </a:lstStyle>
          <a:p xmlns:a="http://schemas.openxmlformats.org/drawingml/2006/main">
            <a:pPr>
              <a:buNone/>
              <a:defRPr sz="1575" b="1">
                <a:solidFill>
                  <a:srgbClr val="55C3F2"/>
                </a:solidFill>
                <a:latin typeface="Arial"/>
                <a:ea typeface="Arial"/>
                <a:cs typeface="Arial"/>
              </a:defRPr>
            </a:pPr>
            <a:r>
              <a:rPr sz="1575" b="1">
                <a:solidFill>
                  <a:srgbClr val="55C3F2"/>
                </a:solidFill>
                <a:latin typeface="Arial"/>
                <a:ea typeface="Arial"/>
                <a:cs typeface="Arial"/>
              </a:rPr>
              <a:t>Actual outcome and evidence</a:t>
            </a:r>
          </a:p>
        </p:txBody>
      </p:sp>
      <p:sp>
        <p:nvSpPr>
          <p:cNvPr id="6" name="">
            <a:extLst xmlns:a="http://schemas.openxmlformats.org/drawingml/2006/main">
              <a:ext uri="{FF2B5EF4-FFF2-40B4-BE49-F238E27FC236}">
                <a16:creationId xmlns:a16="http://schemas.microsoft.com/office/drawing/2014/main" id="{3522D939-3EC3-4C3A-A698-CEBA92CD0277}"/>
              </a:ext>
            </a:extLst>
          </p:cNvPr>
          <p:cNvSpPr>
            <a:spLocks xmlns:a="http://schemas.openxmlformats.org/drawingml/2006/main" noGrp="1"/>
          </p:cNvSpPr>
          <p:nvPr/>
        </p:nvSpPr>
        <p:spPr>
          <a:xfrm xmlns:a="http://schemas.openxmlformats.org/drawingml/2006/main">
            <a:off x="8572500" y="1714500"/>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1">
                <a:solidFill>
                  <a:srgbClr val="55C3F2"/>
                </a:solidFill>
                <a:latin typeface="Arial"/>
                <a:ea typeface="Arial"/>
                <a:cs typeface="Arial"/>
              </a:defRPr>
            </a:defPPr>
            <a:lvl1pPr>
              <a:buNone/>
              <a:defRPr sz="1575" b="1">
                <a:solidFill>
                  <a:srgbClr val="55C3F2"/>
                </a:solidFill>
                <a:latin typeface="Arial"/>
                <a:ea typeface="Arial"/>
                <a:cs typeface="Arial"/>
              </a:defRPr>
            </a:lvl1pPr>
            <a:lvl2pPr>
              <a:buNone/>
              <a:defRPr sz="1575" b="1">
                <a:solidFill>
                  <a:srgbClr val="55C3F2"/>
                </a:solidFill>
                <a:latin typeface="Arial"/>
                <a:ea typeface="Arial"/>
                <a:cs typeface="Arial"/>
              </a:defRPr>
            </a:lvl2pPr>
            <a:lvl3pPr>
              <a:buNone/>
              <a:defRPr sz="1575" b="1">
                <a:solidFill>
                  <a:srgbClr val="55C3F2"/>
                </a:solidFill>
                <a:latin typeface="Arial"/>
                <a:ea typeface="Arial"/>
                <a:cs typeface="Arial"/>
              </a:defRPr>
            </a:lvl3pPr>
            <a:lvl4pPr>
              <a:buNone/>
              <a:defRPr sz="1575" b="1">
                <a:solidFill>
                  <a:srgbClr val="55C3F2"/>
                </a:solidFill>
                <a:latin typeface="Arial"/>
                <a:ea typeface="Arial"/>
                <a:cs typeface="Arial"/>
              </a:defRPr>
            </a:lvl4pPr>
            <a:lvl5pPr>
              <a:buNone/>
              <a:defRPr sz="1575" b="1">
                <a:solidFill>
                  <a:srgbClr val="55C3F2"/>
                </a:solidFill>
                <a:latin typeface="Arial"/>
                <a:ea typeface="Arial"/>
                <a:cs typeface="Arial"/>
              </a:defRPr>
            </a:lvl5pPr>
            <a:lvl6pPr>
              <a:buNone/>
              <a:defRPr sz="1575" b="1">
                <a:solidFill>
                  <a:srgbClr val="55C3F2"/>
                </a:solidFill>
                <a:latin typeface="Arial"/>
                <a:ea typeface="Arial"/>
                <a:cs typeface="Arial"/>
              </a:defRPr>
            </a:lvl6pPr>
            <a:lvl7pPr>
              <a:buNone/>
              <a:defRPr sz="1575" b="1">
                <a:solidFill>
                  <a:srgbClr val="55C3F2"/>
                </a:solidFill>
                <a:latin typeface="Arial"/>
                <a:ea typeface="Arial"/>
                <a:cs typeface="Arial"/>
              </a:defRPr>
            </a:lvl7pPr>
            <a:lvl8pPr>
              <a:buNone/>
              <a:defRPr sz="1575" b="1">
                <a:solidFill>
                  <a:srgbClr val="55C3F2"/>
                </a:solidFill>
                <a:latin typeface="Arial"/>
                <a:ea typeface="Arial"/>
                <a:cs typeface="Arial"/>
              </a:defRPr>
            </a:lvl8pPr>
            <a:lvl9pPr>
              <a:buNone/>
              <a:defRPr sz="1575" b="1">
                <a:solidFill>
                  <a:srgbClr val="55C3F2"/>
                </a:solidFill>
                <a:latin typeface="Arial"/>
                <a:ea typeface="Arial"/>
                <a:cs typeface="Arial"/>
              </a:defRPr>
            </a:lvl9pPr>
          </a:lstStyle>
          <a:p xmlns:a="http://schemas.openxmlformats.org/drawingml/2006/main">
            <a:pPr>
              <a:buNone/>
              <a:defRPr sz="1575" b="1">
                <a:solidFill>
                  <a:srgbClr val="55C3F2"/>
                </a:solidFill>
                <a:latin typeface="Arial"/>
                <a:ea typeface="Arial"/>
                <a:cs typeface="Arial"/>
              </a:defRPr>
            </a:pPr>
            <a:r>
              <a:rPr sz="1575" b="1">
                <a:solidFill>
                  <a:srgbClr val="55C3F2"/>
                </a:solidFill>
                <a:latin typeface="Arial"/>
                <a:ea typeface="Arial"/>
                <a:cs typeface="Arial"/>
              </a:rPr>
              <a:t>Team improvement</a:t>
            </a:r>
          </a:p>
        </p:txBody>
      </p:sp>
      <p:sp>
        <p:nvSpPr>
          <p:cNvPr id="7" name="">
            <a:extLst xmlns:a="http://schemas.openxmlformats.org/drawingml/2006/main">
              <a:ext uri="{FF2B5EF4-FFF2-40B4-BE49-F238E27FC236}">
                <a16:creationId xmlns:a16="http://schemas.microsoft.com/office/drawing/2014/main" id="{8B85A994-8057-4FF2-BAEA-AE7087312C3E}"/>
              </a:ext>
            </a:extLst>
          </p:cNvPr>
          <p:cNvSpPr>
            <a:spLocks xmlns:a="http://schemas.openxmlformats.org/drawingml/2006/main" noGrp="1"/>
          </p:cNvSpPr>
          <p:nvPr/>
        </p:nvSpPr>
        <p:spPr>
          <a:xfrm xmlns:a="http://schemas.openxmlformats.org/drawingml/2006/main">
            <a:off x="609600" y="2400300"/>
            <a:ext cx="114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00" b="1">
                <a:solidFill>
                  <a:srgbClr val="F6F8FC"/>
                </a:solidFill>
                <a:latin typeface="Arial"/>
                <a:ea typeface="Arial"/>
                <a:cs typeface="Arial"/>
              </a:defRPr>
            </a:defPPr>
            <a:lvl1pPr>
              <a:buNone/>
              <a:defRPr sz="2700" b="1">
                <a:solidFill>
                  <a:srgbClr val="F6F8FC"/>
                </a:solidFill>
                <a:latin typeface="Arial"/>
                <a:ea typeface="Arial"/>
                <a:cs typeface="Arial"/>
              </a:defRPr>
            </a:lvl1pPr>
            <a:lvl2pPr>
              <a:buNone/>
              <a:defRPr sz="2700" b="1">
                <a:solidFill>
                  <a:srgbClr val="F6F8FC"/>
                </a:solidFill>
                <a:latin typeface="Arial"/>
                <a:ea typeface="Arial"/>
                <a:cs typeface="Arial"/>
              </a:defRPr>
            </a:lvl2pPr>
            <a:lvl3pPr>
              <a:buNone/>
              <a:defRPr sz="2700" b="1">
                <a:solidFill>
                  <a:srgbClr val="F6F8FC"/>
                </a:solidFill>
                <a:latin typeface="Arial"/>
                <a:ea typeface="Arial"/>
                <a:cs typeface="Arial"/>
              </a:defRPr>
            </a:lvl3pPr>
            <a:lvl4pPr>
              <a:buNone/>
              <a:defRPr sz="2700" b="1">
                <a:solidFill>
                  <a:srgbClr val="F6F8FC"/>
                </a:solidFill>
                <a:latin typeface="Arial"/>
                <a:ea typeface="Arial"/>
                <a:cs typeface="Arial"/>
              </a:defRPr>
            </a:lvl4pPr>
            <a:lvl5pPr>
              <a:buNone/>
              <a:defRPr sz="2700" b="1">
                <a:solidFill>
                  <a:srgbClr val="F6F8FC"/>
                </a:solidFill>
                <a:latin typeface="Arial"/>
                <a:ea typeface="Arial"/>
                <a:cs typeface="Arial"/>
              </a:defRPr>
            </a:lvl5pPr>
            <a:lvl6pPr>
              <a:buNone/>
              <a:defRPr sz="2700" b="1">
                <a:solidFill>
                  <a:srgbClr val="F6F8FC"/>
                </a:solidFill>
                <a:latin typeface="Arial"/>
                <a:ea typeface="Arial"/>
                <a:cs typeface="Arial"/>
              </a:defRPr>
            </a:lvl6pPr>
            <a:lvl7pPr>
              <a:buNone/>
              <a:defRPr sz="2700" b="1">
                <a:solidFill>
                  <a:srgbClr val="F6F8FC"/>
                </a:solidFill>
                <a:latin typeface="Arial"/>
                <a:ea typeface="Arial"/>
                <a:cs typeface="Arial"/>
              </a:defRPr>
            </a:lvl7pPr>
            <a:lvl8pPr>
              <a:buNone/>
              <a:defRPr sz="2700" b="1">
                <a:solidFill>
                  <a:srgbClr val="F6F8FC"/>
                </a:solidFill>
                <a:latin typeface="Arial"/>
                <a:ea typeface="Arial"/>
                <a:cs typeface="Arial"/>
              </a:defRPr>
            </a:lvl8pPr>
            <a:lvl9pPr>
              <a:buNone/>
              <a:defRPr sz="2700" b="1">
                <a:solidFill>
                  <a:srgbClr val="F6F8FC"/>
                </a:solidFill>
                <a:latin typeface="Arial"/>
                <a:ea typeface="Arial"/>
                <a:cs typeface="Arial"/>
              </a:defRPr>
            </a:lvl9pPr>
          </a:lstStyle>
          <a:p xmlns:a="http://schemas.openxmlformats.org/drawingml/2006/main">
            <a:pPr>
              <a:buNone/>
              <a:defRPr sz="2700" b="1">
                <a:solidFill>
                  <a:srgbClr val="F6F8FC"/>
                </a:solidFill>
                <a:latin typeface="Arial"/>
                <a:ea typeface="Arial"/>
                <a:cs typeface="Arial"/>
              </a:defRPr>
            </a:pPr>
            <a:r>
              <a:rPr sz="2700" b="1">
                <a:solidFill>
                  <a:srgbClr val="F6F8FC"/>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288EB720-416C-4B89-977C-B686F9930124}"/>
              </a:ext>
            </a:extLst>
          </p:cNvPr>
          <p:cNvSpPr>
            <a:spLocks xmlns:a="http://schemas.openxmlformats.org/drawingml/2006/main" noGrp="1"/>
          </p:cNvSpPr>
          <p:nvPr/>
        </p:nvSpPr>
        <p:spPr>
          <a:xfrm xmlns:a="http://schemas.openxmlformats.org/drawingml/2006/main">
            <a:off x="3000375" y="24003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B3C3D7"/>
                </a:solidFill>
                <a:latin typeface="Arial"/>
                <a:ea typeface="Arial"/>
                <a:cs typeface="Arial"/>
              </a:defRPr>
            </a:defPPr>
            <a:lvl1pPr>
              <a:buNone/>
              <a:defRPr sz="1800" b="0">
                <a:solidFill>
                  <a:srgbClr val="B3C3D7"/>
                </a:solidFill>
                <a:latin typeface="Arial"/>
                <a:ea typeface="Arial"/>
                <a:cs typeface="Arial"/>
              </a:defRPr>
            </a:lvl1pPr>
            <a:lvl2pPr>
              <a:buNone/>
              <a:defRPr sz="1800" b="0">
                <a:solidFill>
                  <a:srgbClr val="B3C3D7"/>
                </a:solidFill>
                <a:latin typeface="Arial"/>
                <a:ea typeface="Arial"/>
                <a:cs typeface="Arial"/>
              </a:defRPr>
            </a:lvl2pPr>
            <a:lvl3pPr>
              <a:buNone/>
              <a:defRPr sz="1800" b="0">
                <a:solidFill>
                  <a:srgbClr val="B3C3D7"/>
                </a:solidFill>
                <a:latin typeface="Arial"/>
                <a:ea typeface="Arial"/>
                <a:cs typeface="Arial"/>
              </a:defRPr>
            </a:lvl3pPr>
            <a:lvl4pPr>
              <a:buNone/>
              <a:defRPr sz="1800" b="0">
                <a:solidFill>
                  <a:srgbClr val="B3C3D7"/>
                </a:solidFill>
                <a:latin typeface="Arial"/>
                <a:ea typeface="Arial"/>
                <a:cs typeface="Arial"/>
              </a:defRPr>
            </a:lvl4pPr>
            <a:lvl5pPr>
              <a:buNone/>
              <a:defRPr sz="1800" b="0">
                <a:solidFill>
                  <a:srgbClr val="B3C3D7"/>
                </a:solidFill>
                <a:latin typeface="Arial"/>
                <a:ea typeface="Arial"/>
                <a:cs typeface="Arial"/>
              </a:defRPr>
            </a:lvl5pPr>
            <a:lvl6pPr>
              <a:buNone/>
              <a:defRPr sz="1800" b="0">
                <a:solidFill>
                  <a:srgbClr val="B3C3D7"/>
                </a:solidFill>
                <a:latin typeface="Arial"/>
                <a:ea typeface="Arial"/>
                <a:cs typeface="Arial"/>
              </a:defRPr>
            </a:lvl6pPr>
            <a:lvl7pPr>
              <a:buNone/>
              <a:defRPr sz="1800" b="0">
                <a:solidFill>
                  <a:srgbClr val="B3C3D7"/>
                </a:solidFill>
                <a:latin typeface="Arial"/>
                <a:ea typeface="Arial"/>
                <a:cs typeface="Arial"/>
              </a:defRPr>
            </a:lvl7pPr>
            <a:lvl8pPr>
              <a:buNone/>
              <a:defRPr sz="1800" b="0">
                <a:solidFill>
                  <a:srgbClr val="B3C3D7"/>
                </a:solidFill>
                <a:latin typeface="Arial"/>
                <a:ea typeface="Arial"/>
                <a:cs typeface="Arial"/>
              </a:defRPr>
            </a:lvl8pPr>
            <a:lvl9pPr>
              <a:buNone/>
              <a:defRPr sz="1800" b="0">
                <a:solidFill>
                  <a:srgbClr val="B3C3D7"/>
                </a:solidFill>
                <a:latin typeface="Arial"/>
                <a:ea typeface="Arial"/>
                <a:cs typeface="Arial"/>
              </a:defRPr>
            </a:lvl9pPr>
          </a:lstStyle>
          <a:p xmlns:a="http://schemas.openxmlformats.org/drawingml/2006/main">
            <a:pPr>
              <a:buNone/>
              <a:defRPr sz="1800" b="0">
                <a:solidFill>
                  <a:srgbClr val="B3C3D7"/>
                </a:solidFill>
                <a:latin typeface="Arial"/>
                <a:ea typeface="Arial"/>
                <a:cs typeface="Arial"/>
              </a:defRPr>
            </a:pPr>
            <a:r>
              <a:rPr sz="1800" b="0">
                <a:solidFill>
                  <a:srgbClr val="B3C3D7"/>
                </a:solidFill>
                <a:latin typeface="Arial"/>
                <a:ea typeface="Arial"/>
                <a:cs typeface="Arial"/>
              </a:rPr>
              <a:t>To be recorded after the review</a:t>
            </a:r>
          </a:p>
        </p:txBody>
      </p:sp>
      <p:sp>
        <p:nvSpPr>
          <p:cNvPr id="9" name="">
            <a:extLst xmlns:a="http://schemas.openxmlformats.org/drawingml/2006/main">
              <a:ext uri="{FF2B5EF4-FFF2-40B4-BE49-F238E27FC236}">
                <a16:creationId xmlns:a16="http://schemas.microsoft.com/office/drawing/2014/main" id="{AD00326F-85E0-441A-AB9A-67A6DB22882C}"/>
              </a:ext>
            </a:extLst>
          </p:cNvPr>
          <p:cNvSpPr>
            <a:spLocks xmlns:a="http://schemas.openxmlformats.org/drawingml/2006/main" noGrp="1"/>
          </p:cNvSpPr>
          <p:nvPr/>
        </p:nvSpPr>
        <p:spPr>
          <a:xfrm xmlns:a="http://schemas.openxmlformats.org/drawingml/2006/main">
            <a:off x="8572500" y="2400300"/>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B3C3D7"/>
                </a:solidFill>
                <a:latin typeface="Arial"/>
                <a:ea typeface="Arial"/>
                <a:cs typeface="Arial"/>
              </a:defRPr>
            </a:defPPr>
            <a:lvl1pPr>
              <a:buNone/>
              <a:defRPr sz="1575" b="0">
                <a:solidFill>
                  <a:srgbClr val="B3C3D7"/>
                </a:solidFill>
                <a:latin typeface="Arial"/>
                <a:ea typeface="Arial"/>
                <a:cs typeface="Arial"/>
              </a:defRPr>
            </a:lvl1pPr>
            <a:lvl2pPr>
              <a:buNone/>
              <a:defRPr sz="1575" b="0">
                <a:solidFill>
                  <a:srgbClr val="B3C3D7"/>
                </a:solidFill>
                <a:latin typeface="Arial"/>
                <a:ea typeface="Arial"/>
                <a:cs typeface="Arial"/>
              </a:defRPr>
            </a:lvl2pPr>
            <a:lvl3pPr>
              <a:buNone/>
              <a:defRPr sz="1575" b="0">
                <a:solidFill>
                  <a:srgbClr val="B3C3D7"/>
                </a:solidFill>
                <a:latin typeface="Arial"/>
                <a:ea typeface="Arial"/>
                <a:cs typeface="Arial"/>
              </a:defRPr>
            </a:lvl3pPr>
            <a:lvl4pPr>
              <a:buNone/>
              <a:defRPr sz="1575" b="0">
                <a:solidFill>
                  <a:srgbClr val="B3C3D7"/>
                </a:solidFill>
                <a:latin typeface="Arial"/>
                <a:ea typeface="Arial"/>
                <a:cs typeface="Arial"/>
              </a:defRPr>
            </a:lvl4pPr>
            <a:lvl5pPr>
              <a:buNone/>
              <a:defRPr sz="1575" b="0">
                <a:solidFill>
                  <a:srgbClr val="B3C3D7"/>
                </a:solidFill>
                <a:latin typeface="Arial"/>
                <a:ea typeface="Arial"/>
                <a:cs typeface="Arial"/>
              </a:defRPr>
            </a:lvl5pPr>
            <a:lvl6pPr>
              <a:buNone/>
              <a:defRPr sz="1575" b="0">
                <a:solidFill>
                  <a:srgbClr val="B3C3D7"/>
                </a:solidFill>
                <a:latin typeface="Arial"/>
                <a:ea typeface="Arial"/>
                <a:cs typeface="Arial"/>
              </a:defRPr>
            </a:lvl6pPr>
            <a:lvl7pPr>
              <a:buNone/>
              <a:defRPr sz="1575" b="0">
                <a:solidFill>
                  <a:srgbClr val="B3C3D7"/>
                </a:solidFill>
                <a:latin typeface="Arial"/>
                <a:ea typeface="Arial"/>
                <a:cs typeface="Arial"/>
              </a:defRPr>
            </a:lvl7pPr>
            <a:lvl8pPr>
              <a:buNone/>
              <a:defRPr sz="1575" b="0">
                <a:solidFill>
                  <a:srgbClr val="B3C3D7"/>
                </a:solidFill>
                <a:latin typeface="Arial"/>
                <a:ea typeface="Arial"/>
                <a:cs typeface="Arial"/>
              </a:defRPr>
            </a:lvl8pPr>
            <a:lvl9pPr>
              <a:buNone/>
              <a:defRPr sz="1575" b="0">
                <a:solidFill>
                  <a:srgbClr val="B3C3D7"/>
                </a:solidFill>
                <a:latin typeface="Arial"/>
                <a:ea typeface="Arial"/>
                <a:cs typeface="Arial"/>
              </a:defRPr>
            </a:lvl9pPr>
          </a:lstStyle>
          <a:p xmlns:a="http://schemas.openxmlformats.org/drawingml/2006/main">
            <a:pPr>
              <a:buNone/>
              <a:defRPr sz="1575" b="0">
                <a:solidFill>
                  <a:srgbClr val="B3C3D7"/>
                </a:solidFill>
                <a:latin typeface="Arial"/>
                <a:ea typeface="Arial"/>
                <a:cs typeface="Arial"/>
              </a:defRPr>
            </a:pPr>
            <a:r>
              <a:rPr sz="1575" b="0">
                <a:solidFill>
                  <a:srgbClr val="B3C3D7"/>
                </a:solidFill>
                <a:latin typeface="Arial"/>
                <a:ea typeface="Arial"/>
                <a:cs typeface="Arial"/>
              </a:rPr>
              <a:t>To be agreed after the retrospective</a:t>
            </a:r>
          </a:p>
        </p:txBody>
      </p:sp>
      <p:sp>
        <p:nvSpPr>
          <p:cNvPr id="10" name="">
            <a:extLst xmlns:a="http://schemas.openxmlformats.org/drawingml/2006/main">
              <a:ext uri="{FF2B5EF4-FFF2-40B4-BE49-F238E27FC236}">
                <a16:creationId xmlns:a16="http://schemas.microsoft.com/office/drawing/2014/main" id="{9A2EADC9-3FBE-4939-84EF-2C096C77DC07}"/>
              </a:ext>
            </a:extLst>
          </p:cNvPr>
          <p:cNvSpPr>
            <a:spLocks xmlns:a="http://schemas.openxmlformats.org/drawingml/2006/main" noGrp="1"/>
          </p:cNvSpPr>
          <p:nvPr/>
        </p:nvSpPr>
        <p:spPr>
          <a:xfrm xmlns:a="http://schemas.openxmlformats.org/drawingml/2006/main">
            <a:off x="609600" y="3448050"/>
            <a:ext cx="114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00" b="1">
                <a:solidFill>
                  <a:srgbClr val="F6F8FC"/>
                </a:solidFill>
                <a:latin typeface="Arial"/>
                <a:ea typeface="Arial"/>
                <a:cs typeface="Arial"/>
              </a:defRPr>
            </a:defPPr>
            <a:lvl1pPr>
              <a:buNone/>
              <a:defRPr sz="2700" b="1">
                <a:solidFill>
                  <a:srgbClr val="F6F8FC"/>
                </a:solidFill>
                <a:latin typeface="Arial"/>
                <a:ea typeface="Arial"/>
                <a:cs typeface="Arial"/>
              </a:defRPr>
            </a:lvl1pPr>
            <a:lvl2pPr>
              <a:buNone/>
              <a:defRPr sz="2700" b="1">
                <a:solidFill>
                  <a:srgbClr val="F6F8FC"/>
                </a:solidFill>
                <a:latin typeface="Arial"/>
                <a:ea typeface="Arial"/>
                <a:cs typeface="Arial"/>
              </a:defRPr>
            </a:lvl2pPr>
            <a:lvl3pPr>
              <a:buNone/>
              <a:defRPr sz="2700" b="1">
                <a:solidFill>
                  <a:srgbClr val="F6F8FC"/>
                </a:solidFill>
                <a:latin typeface="Arial"/>
                <a:ea typeface="Arial"/>
                <a:cs typeface="Arial"/>
              </a:defRPr>
            </a:lvl3pPr>
            <a:lvl4pPr>
              <a:buNone/>
              <a:defRPr sz="2700" b="1">
                <a:solidFill>
                  <a:srgbClr val="F6F8FC"/>
                </a:solidFill>
                <a:latin typeface="Arial"/>
                <a:ea typeface="Arial"/>
                <a:cs typeface="Arial"/>
              </a:defRPr>
            </a:lvl4pPr>
            <a:lvl5pPr>
              <a:buNone/>
              <a:defRPr sz="2700" b="1">
                <a:solidFill>
                  <a:srgbClr val="F6F8FC"/>
                </a:solidFill>
                <a:latin typeface="Arial"/>
                <a:ea typeface="Arial"/>
                <a:cs typeface="Arial"/>
              </a:defRPr>
            </a:lvl5pPr>
            <a:lvl6pPr>
              <a:buNone/>
              <a:defRPr sz="2700" b="1">
                <a:solidFill>
                  <a:srgbClr val="F6F8FC"/>
                </a:solidFill>
                <a:latin typeface="Arial"/>
                <a:ea typeface="Arial"/>
                <a:cs typeface="Arial"/>
              </a:defRPr>
            </a:lvl6pPr>
            <a:lvl7pPr>
              <a:buNone/>
              <a:defRPr sz="2700" b="1">
                <a:solidFill>
                  <a:srgbClr val="F6F8FC"/>
                </a:solidFill>
                <a:latin typeface="Arial"/>
                <a:ea typeface="Arial"/>
                <a:cs typeface="Arial"/>
              </a:defRPr>
            </a:lvl7pPr>
            <a:lvl8pPr>
              <a:buNone/>
              <a:defRPr sz="2700" b="1">
                <a:solidFill>
                  <a:srgbClr val="F6F8FC"/>
                </a:solidFill>
                <a:latin typeface="Arial"/>
                <a:ea typeface="Arial"/>
                <a:cs typeface="Arial"/>
              </a:defRPr>
            </a:lvl8pPr>
            <a:lvl9pPr>
              <a:buNone/>
              <a:defRPr sz="2700" b="1">
                <a:solidFill>
                  <a:srgbClr val="F6F8FC"/>
                </a:solidFill>
                <a:latin typeface="Arial"/>
                <a:ea typeface="Arial"/>
                <a:cs typeface="Arial"/>
              </a:defRPr>
            </a:lvl9pPr>
          </a:lstStyle>
          <a:p xmlns:a="http://schemas.openxmlformats.org/drawingml/2006/main">
            <a:pPr>
              <a:buNone/>
              <a:defRPr sz="2700" b="1">
                <a:solidFill>
                  <a:srgbClr val="F6F8FC"/>
                </a:solidFill>
                <a:latin typeface="Arial"/>
                <a:ea typeface="Arial"/>
                <a:cs typeface="Arial"/>
              </a:defRPr>
            </a:pPr>
            <a:r>
              <a:rPr sz="2700" b="1">
                <a:solidFill>
                  <a:srgbClr val="F6F8F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80CF2F2F-1B56-49BF-996B-A08985B01EE1}"/>
              </a:ext>
            </a:extLst>
          </p:cNvPr>
          <p:cNvSpPr>
            <a:spLocks xmlns:a="http://schemas.openxmlformats.org/drawingml/2006/main" noGrp="1"/>
          </p:cNvSpPr>
          <p:nvPr/>
        </p:nvSpPr>
        <p:spPr>
          <a:xfrm xmlns:a="http://schemas.openxmlformats.org/drawingml/2006/main">
            <a:off x="3000375" y="34480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B3C3D7"/>
                </a:solidFill>
                <a:latin typeface="Arial"/>
                <a:ea typeface="Arial"/>
                <a:cs typeface="Arial"/>
              </a:defRPr>
            </a:defPPr>
            <a:lvl1pPr>
              <a:buNone/>
              <a:defRPr sz="1800" b="0">
                <a:solidFill>
                  <a:srgbClr val="B3C3D7"/>
                </a:solidFill>
                <a:latin typeface="Arial"/>
                <a:ea typeface="Arial"/>
                <a:cs typeface="Arial"/>
              </a:defRPr>
            </a:lvl1pPr>
            <a:lvl2pPr>
              <a:buNone/>
              <a:defRPr sz="1800" b="0">
                <a:solidFill>
                  <a:srgbClr val="B3C3D7"/>
                </a:solidFill>
                <a:latin typeface="Arial"/>
                <a:ea typeface="Arial"/>
                <a:cs typeface="Arial"/>
              </a:defRPr>
            </a:lvl2pPr>
            <a:lvl3pPr>
              <a:buNone/>
              <a:defRPr sz="1800" b="0">
                <a:solidFill>
                  <a:srgbClr val="B3C3D7"/>
                </a:solidFill>
                <a:latin typeface="Arial"/>
                <a:ea typeface="Arial"/>
                <a:cs typeface="Arial"/>
              </a:defRPr>
            </a:lvl3pPr>
            <a:lvl4pPr>
              <a:buNone/>
              <a:defRPr sz="1800" b="0">
                <a:solidFill>
                  <a:srgbClr val="B3C3D7"/>
                </a:solidFill>
                <a:latin typeface="Arial"/>
                <a:ea typeface="Arial"/>
                <a:cs typeface="Arial"/>
              </a:defRPr>
            </a:lvl4pPr>
            <a:lvl5pPr>
              <a:buNone/>
              <a:defRPr sz="1800" b="0">
                <a:solidFill>
                  <a:srgbClr val="B3C3D7"/>
                </a:solidFill>
                <a:latin typeface="Arial"/>
                <a:ea typeface="Arial"/>
                <a:cs typeface="Arial"/>
              </a:defRPr>
            </a:lvl5pPr>
            <a:lvl6pPr>
              <a:buNone/>
              <a:defRPr sz="1800" b="0">
                <a:solidFill>
                  <a:srgbClr val="B3C3D7"/>
                </a:solidFill>
                <a:latin typeface="Arial"/>
                <a:ea typeface="Arial"/>
                <a:cs typeface="Arial"/>
              </a:defRPr>
            </a:lvl6pPr>
            <a:lvl7pPr>
              <a:buNone/>
              <a:defRPr sz="1800" b="0">
                <a:solidFill>
                  <a:srgbClr val="B3C3D7"/>
                </a:solidFill>
                <a:latin typeface="Arial"/>
                <a:ea typeface="Arial"/>
                <a:cs typeface="Arial"/>
              </a:defRPr>
            </a:lvl7pPr>
            <a:lvl8pPr>
              <a:buNone/>
              <a:defRPr sz="1800" b="0">
                <a:solidFill>
                  <a:srgbClr val="B3C3D7"/>
                </a:solidFill>
                <a:latin typeface="Arial"/>
                <a:ea typeface="Arial"/>
                <a:cs typeface="Arial"/>
              </a:defRPr>
            </a:lvl8pPr>
            <a:lvl9pPr>
              <a:buNone/>
              <a:defRPr sz="1800" b="0">
                <a:solidFill>
                  <a:srgbClr val="B3C3D7"/>
                </a:solidFill>
                <a:latin typeface="Arial"/>
                <a:ea typeface="Arial"/>
                <a:cs typeface="Arial"/>
              </a:defRPr>
            </a:lvl9pPr>
          </a:lstStyle>
          <a:p xmlns:a="http://schemas.openxmlformats.org/drawingml/2006/main">
            <a:pPr>
              <a:buNone/>
              <a:defRPr sz="1800" b="0">
                <a:solidFill>
                  <a:srgbClr val="B3C3D7"/>
                </a:solidFill>
                <a:latin typeface="Arial"/>
                <a:ea typeface="Arial"/>
                <a:cs typeface="Arial"/>
              </a:defRPr>
            </a:pPr>
            <a:r>
              <a:rPr sz="1800" b="0">
                <a:solidFill>
                  <a:srgbClr val="B3C3D7"/>
                </a:solidFill>
                <a:latin typeface="Arial"/>
                <a:ea typeface="Arial"/>
                <a:cs typeface="Arial"/>
              </a:rPr>
              <a:t>To be recorded after the review</a:t>
            </a:r>
          </a:p>
        </p:txBody>
      </p:sp>
      <p:sp>
        <p:nvSpPr>
          <p:cNvPr id="12" name="">
            <a:extLst xmlns:a="http://schemas.openxmlformats.org/drawingml/2006/main">
              <a:ext uri="{FF2B5EF4-FFF2-40B4-BE49-F238E27FC236}">
                <a16:creationId xmlns:a16="http://schemas.microsoft.com/office/drawing/2014/main" id="{B7F763B0-FCCA-4DE0-9777-F7C64624A65F}"/>
              </a:ext>
            </a:extLst>
          </p:cNvPr>
          <p:cNvSpPr>
            <a:spLocks xmlns:a="http://schemas.openxmlformats.org/drawingml/2006/main" noGrp="1"/>
          </p:cNvSpPr>
          <p:nvPr/>
        </p:nvSpPr>
        <p:spPr>
          <a:xfrm xmlns:a="http://schemas.openxmlformats.org/drawingml/2006/main">
            <a:off x="8572500" y="3448050"/>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B3C3D7"/>
                </a:solidFill>
                <a:latin typeface="Arial"/>
                <a:ea typeface="Arial"/>
                <a:cs typeface="Arial"/>
              </a:defRPr>
            </a:defPPr>
            <a:lvl1pPr>
              <a:buNone/>
              <a:defRPr sz="1575" b="0">
                <a:solidFill>
                  <a:srgbClr val="B3C3D7"/>
                </a:solidFill>
                <a:latin typeface="Arial"/>
                <a:ea typeface="Arial"/>
                <a:cs typeface="Arial"/>
              </a:defRPr>
            </a:lvl1pPr>
            <a:lvl2pPr>
              <a:buNone/>
              <a:defRPr sz="1575" b="0">
                <a:solidFill>
                  <a:srgbClr val="B3C3D7"/>
                </a:solidFill>
                <a:latin typeface="Arial"/>
                <a:ea typeface="Arial"/>
                <a:cs typeface="Arial"/>
              </a:defRPr>
            </a:lvl2pPr>
            <a:lvl3pPr>
              <a:buNone/>
              <a:defRPr sz="1575" b="0">
                <a:solidFill>
                  <a:srgbClr val="B3C3D7"/>
                </a:solidFill>
                <a:latin typeface="Arial"/>
                <a:ea typeface="Arial"/>
                <a:cs typeface="Arial"/>
              </a:defRPr>
            </a:lvl3pPr>
            <a:lvl4pPr>
              <a:buNone/>
              <a:defRPr sz="1575" b="0">
                <a:solidFill>
                  <a:srgbClr val="B3C3D7"/>
                </a:solidFill>
                <a:latin typeface="Arial"/>
                <a:ea typeface="Arial"/>
                <a:cs typeface="Arial"/>
              </a:defRPr>
            </a:lvl4pPr>
            <a:lvl5pPr>
              <a:buNone/>
              <a:defRPr sz="1575" b="0">
                <a:solidFill>
                  <a:srgbClr val="B3C3D7"/>
                </a:solidFill>
                <a:latin typeface="Arial"/>
                <a:ea typeface="Arial"/>
                <a:cs typeface="Arial"/>
              </a:defRPr>
            </a:lvl5pPr>
            <a:lvl6pPr>
              <a:buNone/>
              <a:defRPr sz="1575" b="0">
                <a:solidFill>
                  <a:srgbClr val="B3C3D7"/>
                </a:solidFill>
                <a:latin typeface="Arial"/>
                <a:ea typeface="Arial"/>
                <a:cs typeface="Arial"/>
              </a:defRPr>
            </a:lvl6pPr>
            <a:lvl7pPr>
              <a:buNone/>
              <a:defRPr sz="1575" b="0">
                <a:solidFill>
                  <a:srgbClr val="B3C3D7"/>
                </a:solidFill>
                <a:latin typeface="Arial"/>
                <a:ea typeface="Arial"/>
                <a:cs typeface="Arial"/>
              </a:defRPr>
            </a:lvl7pPr>
            <a:lvl8pPr>
              <a:buNone/>
              <a:defRPr sz="1575" b="0">
                <a:solidFill>
                  <a:srgbClr val="B3C3D7"/>
                </a:solidFill>
                <a:latin typeface="Arial"/>
                <a:ea typeface="Arial"/>
                <a:cs typeface="Arial"/>
              </a:defRPr>
            </a:lvl8pPr>
            <a:lvl9pPr>
              <a:buNone/>
              <a:defRPr sz="1575" b="0">
                <a:solidFill>
                  <a:srgbClr val="B3C3D7"/>
                </a:solidFill>
                <a:latin typeface="Arial"/>
                <a:ea typeface="Arial"/>
                <a:cs typeface="Arial"/>
              </a:defRPr>
            </a:lvl9pPr>
          </a:lstStyle>
          <a:p xmlns:a="http://schemas.openxmlformats.org/drawingml/2006/main">
            <a:pPr>
              <a:buNone/>
              <a:defRPr sz="1575" b="0">
                <a:solidFill>
                  <a:srgbClr val="B3C3D7"/>
                </a:solidFill>
                <a:latin typeface="Arial"/>
                <a:ea typeface="Arial"/>
                <a:cs typeface="Arial"/>
              </a:defRPr>
            </a:pPr>
            <a:r>
              <a:rPr sz="1575" b="0">
                <a:solidFill>
                  <a:srgbClr val="B3C3D7"/>
                </a:solidFill>
                <a:latin typeface="Arial"/>
                <a:ea typeface="Arial"/>
                <a:cs typeface="Arial"/>
              </a:rPr>
              <a:t>To be agreed after the retrospective</a:t>
            </a:r>
          </a:p>
        </p:txBody>
      </p:sp>
      <p:sp>
        <p:nvSpPr>
          <p:cNvPr id="13" name="">
            <a:extLst xmlns:a="http://schemas.openxmlformats.org/drawingml/2006/main">
              <a:ext uri="{FF2B5EF4-FFF2-40B4-BE49-F238E27FC236}">
                <a16:creationId xmlns:a16="http://schemas.microsoft.com/office/drawing/2014/main" id="{615AED81-6005-4F30-9A4C-649AFDE6E219}"/>
              </a:ext>
            </a:extLst>
          </p:cNvPr>
          <p:cNvSpPr>
            <a:spLocks xmlns:a="http://schemas.openxmlformats.org/drawingml/2006/main" noGrp="1"/>
          </p:cNvSpPr>
          <p:nvPr/>
        </p:nvSpPr>
        <p:spPr>
          <a:xfrm xmlns:a="http://schemas.openxmlformats.org/drawingml/2006/main">
            <a:off x="609600" y="4495800"/>
            <a:ext cx="114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00" b="1">
                <a:solidFill>
                  <a:srgbClr val="F6F8FC"/>
                </a:solidFill>
                <a:latin typeface="Arial"/>
                <a:ea typeface="Arial"/>
                <a:cs typeface="Arial"/>
              </a:defRPr>
            </a:defPPr>
            <a:lvl1pPr>
              <a:buNone/>
              <a:defRPr sz="2700" b="1">
                <a:solidFill>
                  <a:srgbClr val="F6F8FC"/>
                </a:solidFill>
                <a:latin typeface="Arial"/>
                <a:ea typeface="Arial"/>
                <a:cs typeface="Arial"/>
              </a:defRPr>
            </a:lvl1pPr>
            <a:lvl2pPr>
              <a:buNone/>
              <a:defRPr sz="2700" b="1">
                <a:solidFill>
                  <a:srgbClr val="F6F8FC"/>
                </a:solidFill>
                <a:latin typeface="Arial"/>
                <a:ea typeface="Arial"/>
                <a:cs typeface="Arial"/>
              </a:defRPr>
            </a:lvl2pPr>
            <a:lvl3pPr>
              <a:buNone/>
              <a:defRPr sz="2700" b="1">
                <a:solidFill>
                  <a:srgbClr val="F6F8FC"/>
                </a:solidFill>
                <a:latin typeface="Arial"/>
                <a:ea typeface="Arial"/>
                <a:cs typeface="Arial"/>
              </a:defRPr>
            </a:lvl3pPr>
            <a:lvl4pPr>
              <a:buNone/>
              <a:defRPr sz="2700" b="1">
                <a:solidFill>
                  <a:srgbClr val="F6F8FC"/>
                </a:solidFill>
                <a:latin typeface="Arial"/>
                <a:ea typeface="Arial"/>
                <a:cs typeface="Arial"/>
              </a:defRPr>
            </a:lvl4pPr>
            <a:lvl5pPr>
              <a:buNone/>
              <a:defRPr sz="2700" b="1">
                <a:solidFill>
                  <a:srgbClr val="F6F8FC"/>
                </a:solidFill>
                <a:latin typeface="Arial"/>
                <a:ea typeface="Arial"/>
                <a:cs typeface="Arial"/>
              </a:defRPr>
            </a:lvl5pPr>
            <a:lvl6pPr>
              <a:buNone/>
              <a:defRPr sz="2700" b="1">
                <a:solidFill>
                  <a:srgbClr val="F6F8FC"/>
                </a:solidFill>
                <a:latin typeface="Arial"/>
                <a:ea typeface="Arial"/>
                <a:cs typeface="Arial"/>
              </a:defRPr>
            </a:lvl6pPr>
            <a:lvl7pPr>
              <a:buNone/>
              <a:defRPr sz="2700" b="1">
                <a:solidFill>
                  <a:srgbClr val="F6F8FC"/>
                </a:solidFill>
                <a:latin typeface="Arial"/>
                <a:ea typeface="Arial"/>
                <a:cs typeface="Arial"/>
              </a:defRPr>
            </a:lvl7pPr>
            <a:lvl8pPr>
              <a:buNone/>
              <a:defRPr sz="2700" b="1">
                <a:solidFill>
                  <a:srgbClr val="F6F8FC"/>
                </a:solidFill>
                <a:latin typeface="Arial"/>
                <a:ea typeface="Arial"/>
                <a:cs typeface="Arial"/>
              </a:defRPr>
            </a:lvl8pPr>
            <a:lvl9pPr>
              <a:buNone/>
              <a:defRPr sz="2700" b="1">
                <a:solidFill>
                  <a:srgbClr val="F6F8FC"/>
                </a:solidFill>
                <a:latin typeface="Arial"/>
                <a:ea typeface="Arial"/>
                <a:cs typeface="Arial"/>
              </a:defRPr>
            </a:lvl9pPr>
          </a:lstStyle>
          <a:p xmlns:a="http://schemas.openxmlformats.org/drawingml/2006/main">
            <a:pPr>
              <a:buNone/>
              <a:defRPr sz="2700" b="1">
                <a:solidFill>
                  <a:srgbClr val="F6F8FC"/>
                </a:solidFill>
                <a:latin typeface="Arial"/>
                <a:ea typeface="Arial"/>
                <a:cs typeface="Arial"/>
              </a:defRPr>
            </a:pPr>
            <a:r>
              <a:rPr sz="2700" b="1">
                <a:solidFill>
                  <a:srgbClr val="F6F8FC"/>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F058EBA9-D3F8-4072-B40D-90033E92A54B}"/>
              </a:ext>
            </a:extLst>
          </p:cNvPr>
          <p:cNvSpPr>
            <a:spLocks xmlns:a="http://schemas.openxmlformats.org/drawingml/2006/main" noGrp="1"/>
          </p:cNvSpPr>
          <p:nvPr/>
        </p:nvSpPr>
        <p:spPr>
          <a:xfrm xmlns:a="http://schemas.openxmlformats.org/drawingml/2006/main">
            <a:off x="3000375" y="44958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B3C3D7"/>
                </a:solidFill>
                <a:latin typeface="Arial"/>
                <a:ea typeface="Arial"/>
                <a:cs typeface="Arial"/>
              </a:defRPr>
            </a:defPPr>
            <a:lvl1pPr>
              <a:buNone/>
              <a:defRPr sz="1800" b="0">
                <a:solidFill>
                  <a:srgbClr val="B3C3D7"/>
                </a:solidFill>
                <a:latin typeface="Arial"/>
                <a:ea typeface="Arial"/>
                <a:cs typeface="Arial"/>
              </a:defRPr>
            </a:lvl1pPr>
            <a:lvl2pPr>
              <a:buNone/>
              <a:defRPr sz="1800" b="0">
                <a:solidFill>
                  <a:srgbClr val="B3C3D7"/>
                </a:solidFill>
                <a:latin typeface="Arial"/>
                <a:ea typeface="Arial"/>
                <a:cs typeface="Arial"/>
              </a:defRPr>
            </a:lvl2pPr>
            <a:lvl3pPr>
              <a:buNone/>
              <a:defRPr sz="1800" b="0">
                <a:solidFill>
                  <a:srgbClr val="B3C3D7"/>
                </a:solidFill>
                <a:latin typeface="Arial"/>
                <a:ea typeface="Arial"/>
                <a:cs typeface="Arial"/>
              </a:defRPr>
            </a:lvl3pPr>
            <a:lvl4pPr>
              <a:buNone/>
              <a:defRPr sz="1800" b="0">
                <a:solidFill>
                  <a:srgbClr val="B3C3D7"/>
                </a:solidFill>
                <a:latin typeface="Arial"/>
                <a:ea typeface="Arial"/>
                <a:cs typeface="Arial"/>
              </a:defRPr>
            </a:lvl4pPr>
            <a:lvl5pPr>
              <a:buNone/>
              <a:defRPr sz="1800" b="0">
                <a:solidFill>
                  <a:srgbClr val="B3C3D7"/>
                </a:solidFill>
                <a:latin typeface="Arial"/>
                <a:ea typeface="Arial"/>
                <a:cs typeface="Arial"/>
              </a:defRPr>
            </a:lvl5pPr>
            <a:lvl6pPr>
              <a:buNone/>
              <a:defRPr sz="1800" b="0">
                <a:solidFill>
                  <a:srgbClr val="B3C3D7"/>
                </a:solidFill>
                <a:latin typeface="Arial"/>
                <a:ea typeface="Arial"/>
                <a:cs typeface="Arial"/>
              </a:defRPr>
            </a:lvl6pPr>
            <a:lvl7pPr>
              <a:buNone/>
              <a:defRPr sz="1800" b="0">
                <a:solidFill>
                  <a:srgbClr val="B3C3D7"/>
                </a:solidFill>
                <a:latin typeface="Arial"/>
                <a:ea typeface="Arial"/>
                <a:cs typeface="Arial"/>
              </a:defRPr>
            </a:lvl7pPr>
            <a:lvl8pPr>
              <a:buNone/>
              <a:defRPr sz="1800" b="0">
                <a:solidFill>
                  <a:srgbClr val="B3C3D7"/>
                </a:solidFill>
                <a:latin typeface="Arial"/>
                <a:ea typeface="Arial"/>
                <a:cs typeface="Arial"/>
              </a:defRPr>
            </a:lvl8pPr>
            <a:lvl9pPr>
              <a:buNone/>
              <a:defRPr sz="1800" b="0">
                <a:solidFill>
                  <a:srgbClr val="B3C3D7"/>
                </a:solidFill>
                <a:latin typeface="Arial"/>
                <a:ea typeface="Arial"/>
                <a:cs typeface="Arial"/>
              </a:defRPr>
            </a:lvl9pPr>
          </a:lstStyle>
          <a:p xmlns:a="http://schemas.openxmlformats.org/drawingml/2006/main">
            <a:pPr>
              <a:buNone/>
              <a:defRPr sz="1800" b="0">
                <a:solidFill>
                  <a:srgbClr val="B3C3D7"/>
                </a:solidFill>
                <a:latin typeface="Arial"/>
                <a:ea typeface="Arial"/>
                <a:cs typeface="Arial"/>
              </a:defRPr>
            </a:pPr>
            <a:r>
              <a:rPr sz="1800" b="0">
                <a:solidFill>
                  <a:srgbClr val="B3C3D7"/>
                </a:solidFill>
                <a:latin typeface="Arial"/>
                <a:ea typeface="Arial"/>
                <a:cs typeface="Arial"/>
              </a:rPr>
              <a:t>To be recorded after the review</a:t>
            </a:r>
          </a:p>
        </p:txBody>
      </p:sp>
      <p:sp>
        <p:nvSpPr>
          <p:cNvPr id="15" name="">
            <a:extLst xmlns:a="http://schemas.openxmlformats.org/drawingml/2006/main">
              <a:ext uri="{FF2B5EF4-FFF2-40B4-BE49-F238E27FC236}">
                <a16:creationId xmlns:a16="http://schemas.microsoft.com/office/drawing/2014/main" id="{F303F933-186E-4125-9F37-94A40AC3E30A}"/>
              </a:ext>
            </a:extLst>
          </p:cNvPr>
          <p:cNvSpPr>
            <a:spLocks xmlns:a="http://schemas.openxmlformats.org/drawingml/2006/main" noGrp="1"/>
          </p:cNvSpPr>
          <p:nvPr/>
        </p:nvSpPr>
        <p:spPr>
          <a:xfrm xmlns:a="http://schemas.openxmlformats.org/drawingml/2006/main">
            <a:off x="8572500" y="4495800"/>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B3C3D7"/>
                </a:solidFill>
                <a:latin typeface="Arial"/>
                <a:ea typeface="Arial"/>
                <a:cs typeface="Arial"/>
              </a:defRPr>
            </a:defPPr>
            <a:lvl1pPr>
              <a:buNone/>
              <a:defRPr sz="1575" b="0">
                <a:solidFill>
                  <a:srgbClr val="B3C3D7"/>
                </a:solidFill>
                <a:latin typeface="Arial"/>
                <a:ea typeface="Arial"/>
                <a:cs typeface="Arial"/>
              </a:defRPr>
            </a:lvl1pPr>
            <a:lvl2pPr>
              <a:buNone/>
              <a:defRPr sz="1575" b="0">
                <a:solidFill>
                  <a:srgbClr val="B3C3D7"/>
                </a:solidFill>
                <a:latin typeface="Arial"/>
                <a:ea typeface="Arial"/>
                <a:cs typeface="Arial"/>
              </a:defRPr>
            </a:lvl2pPr>
            <a:lvl3pPr>
              <a:buNone/>
              <a:defRPr sz="1575" b="0">
                <a:solidFill>
                  <a:srgbClr val="B3C3D7"/>
                </a:solidFill>
                <a:latin typeface="Arial"/>
                <a:ea typeface="Arial"/>
                <a:cs typeface="Arial"/>
              </a:defRPr>
            </a:lvl3pPr>
            <a:lvl4pPr>
              <a:buNone/>
              <a:defRPr sz="1575" b="0">
                <a:solidFill>
                  <a:srgbClr val="B3C3D7"/>
                </a:solidFill>
                <a:latin typeface="Arial"/>
                <a:ea typeface="Arial"/>
                <a:cs typeface="Arial"/>
              </a:defRPr>
            </a:lvl4pPr>
            <a:lvl5pPr>
              <a:buNone/>
              <a:defRPr sz="1575" b="0">
                <a:solidFill>
                  <a:srgbClr val="B3C3D7"/>
                </a:solidFill>
                <a:latin typeface="Arial"/>
                <a:ea typeface="Arial"/>
                <a:cs typeface="Arial"/>
              </a:defRPr>
            </a:lvl5pPr>
            <a:lvl6pPr>
              <a:buNone/>
              <a:defRPr sz="1575" b="0">
                <a:solidFill>
                  <a:srgbClr val="B3C3D7"/>
                </a:solidFill>
                <a:latin typeface="Arial"/>
                <a:ea typeface="Arial"/>
                <a:cs typeface="Arial"/>
              </a:defRPr>
            </a:lvl6pPr>
            <a:lvl7pPr>
              <a:buNone/>
              <a:defRPr sz="1575" b="0">
                <a:solidFill>
                  <a:srgbClr val="B3C3D7"/>
                </a:solidFill>
                <a:latin typeface="Arial"/>
                <a:ea typeface="Arial"/>
                <a:cs typeface="Arial"/>
              </a:defRPr>
            </a:lvl7pPr>
            <a:lvl8pPr>
              <a:buNone/>
              <a:defRPr sz="1575" b="0">
                <a:solidFill>
                  <a:srgbClr val="B3C3D7"/>
                </a:solidFill>
                <a:latin typeface="Arial"/>
                <a:ea typeface="Arial"/>
                <a:cs typeface="Arial"/>
              </a:defRPr>
            </a:lvl8pPr>
            <a:lvl9pPr>
              <a:buNone/>
              <a:defRPr sz="1575" b="0">
                <a:solidFill>
                  <a:srgbClr val="B3C3D7"/>
                </a:solidFill>
                <a:latin typeface="Arial"/>
                <a:ea typeface="Arial"/>
                <a:cs typeface="Arial"/>
              </a:defRPr>
            </a:lvl9pPr>
          </a:lstStyle>
          <a:p xmlns:a="http://schemas.openxmlformats.org/drawingml/2006/main">
            <a:pPr>
              <a:buNone/>
              <a:defRPr sz="1575" b="0">
                <a:solidFill>
                  <a:srgbClr val="B3C3D7"/>
                </a:solidFill>
                <a:latin typeface="Arial"/>
                <a:ea typeface="Arial"/>
                <a:cs typeface="Arial"/>
              </a:defRPr>
            </a:pPr>
            <a:r>
              <a:rPr sz="1575" b="0">
                <a:solidFill>
                  <a:srgbClr val="B3C3D7"/>
                </a:solidFill>
                <a:latin typeface="Arial"/>
                <a:ea typeface="Arial"/>
                <a:cs typeface="Arial"/>
              </a:rPr>
              <a:t>To be agreed after the retrospective</a:t>
            </a:r>
          </a:p>
        </p:txBody>
      </p:sp>
      <p:sp>
        <p:nvSpPr>
          <p:cNvPr id="16" name="">
            <a:extLst xmlns:a="http://schemas.openxmlformats.org/drawingml/2006/main">
              <a:ext uri="{FF2B5EF4-FFF2-40B4-BE49-F238E27FC236}">
                <a16:creationId xmlns:a16="http://schemas.microsoft.com/office/drawing/2014/main" id="{651DDB8E-CEDB-4203-949C-2ACCC7589D9C}"/>
              </a:ext>
            </a:extLst>
          </p:cNvPr>
          <p:cNvSpPr>
            <a:spLocks xmlns:a="http://schemas.openxmlformats.org/drawingml/2006/main" noGrp="1"/>
          </p:cNvSpPr>
          <p:nvPr/>
        </p:nvSpPr>
        <p:spPr>
          <a:xfrm xmlns:a="http://schemas.openxmlformats.org/drawingml/2006/main">
            <a:off x="609600" y="59721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85A1BD"/>
                </a:solidFill>
                <a:latin typeface="Arial"/>
                <a:ea typeface="Arial"/>
                <a:cs typeface="Arial"/>
              </a:defRPr>
            </a:defPPr>
            <a:lvl1pPr>
              <a:buNone/>
              <a:defRPr sz="1275" b="0">
                <a:solidFill>
                  <a:srgbClr val="85A1BD"/>
                </a:solidFill>
                <a:latin typeface="Arial"/>
                <a:ea typeface="Arial"/>
                <a:cs typeface="Arial"/>
              </a:defRPr>
            </a:lvl1pPr>
            <a:lvl2pPr>
              <a:buNone/>
              <a:defRPr sz="1275" b="0">
                <a:solidFill>
                  <a:srgbClr val="85A1BD"/>
                </a:solidFill>
                <a:latin typeface="Arial"/>
                <a:ea typeface="Arial"/>
                <a:cs typeface="Arial"/>
              </a:defRPr>
            </a:lvl2pPr>
            <a:lvl3pPr>
              <a:buNone/>
              <a:defRPr sz="1275" b="0">
                <a:solidFill>
                  <a:srgbClr val="85A1BD"/>
                </a:solidFill>
                <a:latin typeface="Arial"/>
                <a:ea typeface="Arial"/>
                <a:cs typeface="Arial"/>
              </a:defRPr>
            </a:lvl3pPr>
            <a:lvl4pPr>
              <a:buNone/>
              <a:defRPr sz="1275" b="0">
                <a:solidFill>
                  <a:srgbClr val="85A1BD"/>
                </a:solidFill>
                <a:latin typeface="Arial"/>
                <a:ea typeface="Arial"/>
                <a:cs typeface="Arial"/>
              </a:defRPr>
            </a:lvl4pPr>
            <a:lvl5pPr>
              <a:buNone/>
              <a:defRPr sz="1275" b="0">
                <a:solidFill>
                  <a:srgbClr val="85A1BD"/>
                </a:solidFill>
                <a:latin typeface="Arial"/>
                <a:ea typeface="Arial"/>
                <a:cs typeface="Arial"/>
              </a:defRPr>
            </a:lvl5pPr>
            <a:lvl6pPr>
              <a:buNone/>
              <a:defRPr sz="1275" b="0">
                <a:solidFill>
                  <a:srgbClr val="85A1BD"/>
                </a:solidFill>
                <a:latin typeface="Arial"/>
                <a:ea typeface="Arial"/>
                <a:cs typeface="Arial"/>
              </a:defRPr>
            </a:lvl6pPr>
            <a:lvl7pPr>
              <a:buNone/>
              <a:defRPr sz="1275" b="0">
                <a:solidFill>
                  <a:srgbClr val="85A1BD"/>
                </a:solidFill>
                <a:latin typeface="Arial"/>
                <a:ea typeface="Arial"/>
                <a:cs typeface="Arial"/>
              </a:defRPr>
            </a:lvl7pPr>
            <a:lvl8pPr>
              <a:buNone/>
              <a:defRPr sz="1275" b="0">
                <a:solidFill>
                  <a:srgbClr val="85A1BD"/>
                </a:solidFill>
                <a:latin typeface="Arial"/>
                <a:ea typeface="Arial"/>
                <a:cs typeface="Arial"/>
              </a:defRPr>
            </a:lvl8pPr>
            <a:lvl9pPr>
              <a:buNone/>
              <a:defRPr sz="1275" b="0">
                <a:solidFill>
                  <a:srgbClr val="85A1BD"/>
                </a:solidFill>
                <a:latin typeface="Arial"/>
                <a:ea typeface="Arial"/>
                <a:cs typeface="Arial"/>
              </a:defRPr>
            </a:lvl9pPr>
          </a:lstStyle>
          <a:p xmlns:a="http://schemas.openxmlformats.org/drawingml/2006/main">
            <a:pPr>
              <a:buNone/>
              <a:defRPr sz="1275" b="0">
                <a:solidFill>
                  <a:srgbClr val="85A1BD"/>
                </a:solidFill>
                <a:latin typeface="Arial"/>
                <a:ea typeface="Arial"/>
                <a:cs typeface="Arial"/>
              </a:defRPr>
            </a:pPr>
            <a:r>
              <a:rPr sz="1275" b="0">
                <a:solidFill>
                  <a:srgbClr val="85A1BD"/>
                </a:solidFill>
                <a:latin typeface="Arial"/>
                <a:ea typeface="Arial"/>
                <a:cs typeface="Arial"/>
              </a:rPr>
              <a:t>No sprint review, retrospective, or participant feedback is claimed yet</a:t>
            </a:r>
          </a:p>
        </p:txBody>
      </p:sp>
    </p:spTree>
    <p:extLst>
      <p:ext uri="{BB962C8B-B14F-4D97-AF65-F5344CB8AC3E}">
        <p14:creationId xmlns:p14="http://schemas.microsoft.com/office/powerpoint/2010/main" val="587718035"/>
      </p:ext>
    </p:extLst>
  </p:cSld>
</p:sld>
</file>

<file path=ppt/slides/slide10.xml><?xml version="1.0" encoding="utf-8"?>
<p:sld xmlns:p="http://schemas.openxmlformats.org/presentationml/2006/main">
  <p:cSld>
    <p:bg>
      <p:bgPr>
        <a:solidFill xmlns:a="http://schemas.openxmlformats.org/drawingml/2006/main">
          <a:srgbClr val="0D172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FC3EA6-4BD8-47B8-B564-5D6D3AAA5616}"/>
              </a:ext>
            </a:extLst>
          </p:cNvPr>
          <p:cNvSpPr>
            <a:spLocks xmlns:a="http://schemas.openxmlformats.org/drawingml/2006/main" noGrp="1"/>
          </p:cNvSpPr>
          <p:nvPr/>
        </p:nvSpPr>
        <p:spPr>
          <a:xfrm xmlns:a="http://schemas.openxmlformats.org/drawingml/2006/main">
            <a:off x="609600" y="3143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55C3F2"/>
                </a:solidFill>
                <a:latin typeface="Arial"/>
                <a:ea typeface="Arial"/>
                <a:cs typeface="Arial"/>
              </a:defRPr>
            </a:defPPr>
            <a:lvl1pPr>
              <a:buNone/>
              <a:defRPr sz="1125" b="1">
                <a:solidFill>
                  <a:srgbClr val="55C3F2"/>
                </a:solidFill>
                <a:latin typeface="Arial"/>
                <a:ea typeface="Arial"/>
                <a:cs typeface="Arial"/>
              </a:defRPr>
            </a:lvl1pPr>
            <a:lvl2pPr>
              <a:buNone/>
              <a:defRPr sz="1125" b="1">
                <a:solidFill>
                  <a:srgbClr val="55C3F2"/>
                </a:solidFill>
                <a:latin typeface="Arial"/>
                <a:ea typeface="Arial"/>
                <a:cs typeface="Arial"/>
              </a:defRPr>
            </a:lvl2pPr>
            <a:lvl3pPr>
              <a:buNone/>
              <a:defRPr sz="1125" b="1">
                <a:solidFill>
                  <a:srgbClr val="55C3F2"/>
                </a:solidFill>
                <a:latin typeface="Arial"/>
                <a:ea typeface="Arial"/>
                <a:cs typeface="Arial"/>
              </a:defRPr>
            </a:lvl3pPr>
            <a:lvl4pPr>
              <a:buNone/>
              <a:defRPr sz="1125" b="1">
                <a:solidFill>
                  <a:srgbClr val="55C3F2"/>
                </a:solidFill>
                <a:latin typeface="Arial"/>
                <a:ea typeface="Arial"/>
                <a:cs typeface="Arial"/>
              </a:defRPr>
            </a:lvl4pPr>
            <a:lvl5pPr>
              <a:buNone/>
              <a:defRPr sz="1125" b="1">
                <a:solidFill>
                  <a:srgbClr val="55C3F2"/>
                </a:solidFill>
                <a:latin typeface="Arial"/>
                <a:ea typeface="Arial"/>
                <a:cs typeface="Arial"/>
              </a:defRPr>
            </a:lvl5pPr>
            <a:lvl6pPr>
              <a:buNone/>
              <a:defRPr sz="1125" b="1">
                <a:solidFill>
                  <a:srgbClr val="55C3F2"/>
                </a:solidFill>
                <a:latin typeface="Arial"/>
                <a:ea typeface="Arial"/>
                <a:cs typeface="Arial"/>
              </a:defRPr>
            </a:lvl6pPr>
            <a:lvl7pPr>
              <a:buNone/>
              <a:defRPr sz="1125" b="1">
                <a:solidFill>
                  <a:srgbClr val="55C3F2"/>
                </a:solidFill>
                <a:latin typeface="Arial"/>
                <a:ea typeface="Arial"/>
                <a:cs typeface="Arial"/>
              </a:defRPr>
            </a:lvl7pPr>
            <a:lvl8pPr>
              <a:buNone/>
              <a:defRPr sz="1125" b="1">
                <a:solidFill>
                  <a:srgbClr val="55C3F2"/>
                </a:solidFill>
                <a:latin typeface="Arial"/>
                <a:ea typeface="Arial"/>
                <a:cs typeface="Arial"/>
              </a:defRPr>
            </a:lvl8pPr>
            <a:lvl9pPr>
              <a:buNone/>
              <a:defRPr sz="1125" b="1">
                <a:solidFill>
                  <a:srgbClr val="55C3F2"/>
                </a:solidFill>
                <a:latin typeface="Arial"/>
                <a:ea typeface="Arial"/>
                <a:cs typeface="Arial"/>
              </a:defRPr>
            </a:lvl9pPr>
          </a:lstStyle>
          <a:p xmlns:a="http://schemas.openxmlformats.org/drawingml/2006/main">
            <a:pPr>
              <a:buNone/>
              <a:defRPr sz="1125" b="1">
                <a:solidFill>
                  <a:srgbClr val="55C3F2"/>
                </a:solidFill>
                <a:latin typeface="Arial"/>
                <a:ea typeface="Arial"/>
                <a:cs typeface="Arial"/>
              </a:defRPr>
            </a:pPr>
            <a:r>
              <a:rPr sz="1125" b="1">
                <a:solidFill>
                  <a:srgbClr val="55C3F2"/>
                </a:solidFill>
                <a:latin typeface="Arial"/>
                <a:ea typeface="Arial"/>
                <a:cs typeface="Arial"/>
              </a:rPr>
              <a:t>SILENTBEACON  /  SE-2416</a:t>
            </a:r>
          </a:p>
        </p:txBody>
      </p:sp>
      <p:sp>
        <p:nvSpPr>
          <p:cNvPr id="2" name="">
            <a:extLst xmlns:a="http://schemas.openxmlformats.org/drawingml/2006/main">
              <a:ext uri="{FF2B5EF4-FFF2-40B4-BE49-F238E27FC236}">
                <a16:creationId xmlns:a16="http://schemas.microsoft.com/office/drawing/2014/main" id="{1D350DD6-9E01-4E19-8608-C3F7E80E180C}"/>
              </a:ext>
            </a:extLst>
          </p:cNvPr>
          <p:cNvSpPr>
            <a:spLocks xmlns:a="http://schemas.openxmlformats.org/drawingml/2006/main" noGrp="1"/>
          </p:cNvSpPr>
          <p:nvPr/>
        </p:nvSpPr>
        <p:spPr>
          <a:xfrm xmlns:a="http://schemas.openxmlformats.org/drawingml/2006/main">
            <a:off x="609600" y="819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F6F8FC"/>
                </a:solidFill>
                <a:latin typeface="Arial"/>
                <a:ea typeface="Arial"/>
                <a:cs typeface="Arial"/>
              </a:defRPr>
            </a:defPPr>
            <a:lvl1pPr>
              <a:buNone/>
              <a:defRPr sz="2925" b="1">
                <a:solidFill>
                  <a:srgbClr val="F6F8FC"/>
                </a:solidFill>
                <a:latin typeface="Arial"/>
                <a:ea typeface="Arial"/>
                <a:cs typeface="Arial"/>
              </a:defRPr>
            </a:lvl1pPr>
            <a:lvl2pPr>
              <a:buNone/>
              <a:defRPr sz="2925" b="1">
                <a:solidFill>
                  <a:srgbClr val="F6F8FC"/>
                </a:solidFill>
                <a:latin typeface="Arial"/>
                <a:ea typeface="Arial"/>
                <a:cs typeface="Arial"/>
              </a:defRPr>
            </a:lvl2pPr>
            <a:lvl3pPr>
              <a:buNone/>
              <a:defRPr sz="2925" b="1">
                <a:solidFill>
                  <a:srgbClr val="F6F8FC"/>
                </a:solidFill>
                <a:latin typeface="Arial"/>
                <a:ea typeface="Arial"/>
                <a:cs typeface="Arial"/>
              </a:defRPr>
            </a:lvl3pPr>
            <a:lvl4pPr>
              <a:buNone/>
              <a:defRPr sz="2925" b="1">
                <a:solidFill>
                  <a:srgbClr val="F6F8FC"/>
                </a:solidFill>
                <a:latin typeface="Arial"/>
                <a:ea typeface="Arial"/>
                <a:cs typeface="Arial"/>
              </a:defRPr>
            </a:lvl4pPr>
            <a:lvl5pPr>
              <a:buNone/>
              <a:defRPr sz="2925" b="1">
                <a:solidFill>
                  <a:srgbClr val="F6F8FC"/>
                </a:solidFill>
                <a:latin typeface="Arial"/>
                <a:ea typeface="Arial"/>
                <a:cs typeface="Arial"/>
              </a:defRPr>
            </a:lvl5pPr>
            <a:lvl6pPr>
              <a:buNone/>
              <a:defRPr sz="2925" b="1">
                <a:solidFill>
                  <a:srgbClr val="F6F8FC"/>
                </a:solidFill>
                <a:latin typeface="Arial"/>
                <a:ea typeface="Arial"/>
                <a:cs typeface="Arial"/>
              </a:defRPr>
            </a:lvl6pPr>
            <a:lvl7pPr>
              <a:buNone/>
              <a:defRPr sz="2925" b="1">
                <a:solidFill>
                  <a:srgbClr val="F6F8FC"/>
                </a:solidFill>
                <a:latin typeface="Arial"/>
                <a:ea typeface="Arial"/>
                <a:cs typeface="Arial"/>
              </a:defRPr>
            </a:lvl7pPr>
            <a:lvl8pPr>
              <a:buNone/>
              <a:defRPr sz="2925" b="1">
                <a:solidFill>
                  <a:srgbClr val="F6F8FC"/>
                </a:solidFill>
                <a:latin typeface="Arial"/>
                <a:ea typeface="Arial"/>
                <a:cs typeface="Arial"/>
              </a:defRPr>
            </a:lvl8pPr>
            <a:lvl9pPr>
              <a:buNone/>
              <a:defRPr sz="2925" b="1">
                <a:solidFill>
                  <a:srgbClr val="F6F8FC"/>
                </a:solidFill>
                <a:latin typeface="Arial"/>
                <a:ea typeface="Arial"/>
                <a:cs typeface="Arial"/>
              </a:defRPr>
            </a:lvl9pPr>
          </a:lstStyle>
          <a:p xmlns:a="http://schemas.openxmlformats.org/drawingml/2006/main">
            <a:pPr>
              <a:buNone/>
              <a:defRPr sz="2925" b="1">
                <a:solidFill>
                  <a:srgbClr val="F6F8FC"/>
                </a:solidFill>
                <a:latin typeface="Arial"/>
                <a:ea typeface="Arial"/>
                <a:cs typeface="Arial"/>
              </a:defRPr>
            </a:pPr>
            <a:r>
              <a:rPr sz="2925" b="1">
                <a:solidFill>
                  <a:srgbClr val="F6F8FC"/>
                </a:solidFill>
                <a:latin typeface="Arial"/>
                <a:ea typeface="Arial"/>
                <a:cs typeface="Arial"/>
              </a:rPr>
              <a:t>Risks, completion standard and defense</a:t>
            </a:r>
          </a:p>
        </p:txBody>
      </p:sp>
      <p:sp>
        <p:nvSpPr>
          <p:cNvPr id="3" name="">
            <a:extLst xmlns:a="http://schemas.openxmlformats.org/drawingml/2006/main">
              <a:ext uri="{FF2B5EF4-FFF2-40B4-BE49-F238E27FC236}">
                <a16:creationId xmlns:a16="http://schemas.microsoft.com/office/drawing/2014/main" id="{A5BEE681-8E46-4E68-9D88-76549990F064}"/>
              </a:ext>
            </a:extLst>
          </p:cNvPr>
          <p:cNvSpPr>
            <a:spLocks xmlns:a="http://schemas.openxmlformats.org/drawingml/2006/main" noGrp="1"/>
          </p:cNvSpPr>
          <p:nvPr/>
        </p:nvSpPr>
        <p:spPr>
          <a:xfrm xmlns:a="http://schemas.openxmlformats.org/drawingml/2006/main">
            <a:off x="11049000" y="63150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0">
                <a:solidFill>
                  <a:srgbClr val="85A1BD"/>
                </a:solidFill>
                <a:latin typeface="Arial"/>
                <a:ea typeface="Arial"/>
                <a:cs typeface="Arial"/>
              </a:defRPr>
            </a:defPPr>
            <a:lvl1pPr>
              <a:buNone/>
              <a:defRPr sz="1050" b="0">
                <a:solidFill>
                  <a:srgbClr val="85A1BD"/>
                </a:solidFill>
                <a:latin typeface="Arial"/>
                <a:ea typeface="Arial"/>
                <a:cs typeface="Arial"/>
              </a:defRPr>
            </a:lvl1pPr>
            <a:lvl2pPr>
              <a:buNone/>
              <a:defRPr sz="1050" b="0">
                <a:solidFill>
                  <a:srgbClr val="85A1BD"/>
                </a:solidFill>
                <a:latin typeface="Arial"/>
                <a:ea typeface="Arial"/>
                <a:cs typeface="Arial"/>
              </a:defRPr>
            </a:lvl2pPr>
            <a:lvl3pPr>
              <a:buNone/>
              <a:defRPr sz="1050" b="0">
                <a:solidFill>
                  <a:srgbClr val="85A1BD"/>
                </a:solidFill>
                <a:latin typeface="Arial"/>
                <a:ea typeface="Arial"/>
                <a:cs typeface="Arial"/>
              </a:defRPr>
            </a:lvl3pPr>
            <a:lvl4pPr>
              <a:buNone/>
              <a:defRPr sz="1050" b="0">
                <a:solidFill>
                  <a:srgbClr val="85A1BD"/>
                </a:solidFill>
                <a:latin typeface="Arial"/>
                <a:ea typeface="Arial"/>
                <a:cs typeface="Arial"/>
              </a:defRPr>
            </a:lvl4pPr>
            <a:lvl5pPr>
              <a:buNone/>
              <a:defRPr sz="1050" b="0">
                <a:solidFill>
                  <a:srgbClr val="85A1BD"/>
                </a:solidFill>
                <a:latin typeface="Arial"/>
                <a:ea typeface="Arial"/>
                <a:cs typeface="Arial"/>
              </a:defRPr>
            </a:lvl5pPr>
            <a:lvl6pPr>
              <a:buNone/>
              <a:defRPr sz="1050" b="0">
                <a:solidFill>
                  <a:srgbClr val="85A1BD"/>
                </a:solidFill>
                <a:latin typeface="Arial"/>
                <a:ea typeface="Arial"/>
                <a:cs typeface="Arial"/>
              </a:defRPr>
            </a:lvl6pPr>
            <a:lvl7pPr>
              <a:buNone/>
              <a:defRPr sz="1050" b="0">
                <a:solidFill>
                  <a:srgbClr val="85A1BD"/>
                </a:solidFill>
                <a:latin typeface="Arial"/>
                <a:ea typeface="Arial"/>
                <a:cs typeface="Arial"/>
              </a:defRPr>
            </a:lvl7pPr>
            <a:lvl8pPr>
              <a:buNone/>
              <a:defRPr sz="1050" b="0">
                <a:solidFill>
                  <a:srgbClr val="85A1BD"/>
                </a:solidFill>
                <a:latin typeface="Arial"/>
                <a:ea typeface="Arial"/>
                <a:cs typeface="Arial"/>
              </a:defRPr>
            </a:lvl8pPr>
            <a:lvl9pPr>
              <a:buNone/>
              <a:defRPr sz="1050" b="0">
                <a:solidFill>
                  <a:srgbClr val="85A1BD"/>
                </a:solidFill>
                <a:latin typeface="Arial"/>
                <a:ea typeface="Arial"/>
                <a:cs typeface="Arial"/>
              </a:defRPr>
            </a:lvl9pPr>
          </a:lstStyle>
          <a:p xmlns:a="http://schemas.openxmlformats.org/drawingml/2006/main">
            <a:pPr>
              <a:buNone/>
              <a:defRPr sz="1050" b="0">
                <a:solidFill>
                  <a:srgbClr val="85A1BD"/>
                </a:solidFill>
                <a:latin typeface="Arial"/>
                <a:ea typeface="Arial"/>
                <a:cs typeface="Arial"/>
              </a:defRPr>
            </a:pPr>
            <a:r>
              <a:rPr sz="1050" b="0">
                <a:solidFill>
                  <a:srgbClr val="85A1B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700E7259-E25E-48E1-A8DD-F1531A8EA315}"/>
              </a:ext>
            </a:extLst>
          </p:cNvPr>
          <p:cNvSpPr>
            <a:spLocks xmlns:a="http://schemas.openxmlformats.org/drawingml/2006/main" noGrp="1"/>
          </p:cNvSpPr>
          <p:nvPr/>
        </p:nvSpPr>
        <p:spPr>
          <a:xfrm xmlns:a="http://schemas.openxmlformats.org/drawingml/2006/main">
            <a:off x="609600" y="161925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Capacity</a:t>
            </a:r>
          </a:p>
        </p:txBody>
      </p:sp>
      <p:sp>
        <p:nvSpPr>
          <p:cNvPr id="5" name="">
            <a:extLst xmlns:a="http://schemas.openxmlformats.org/drawingml/2006/main">
              <a:ext uri="{FF2B5EF4-FFF2-40B4-BE49-F238E27FC236}">
                <a16:creationId xmlns:a16="http://schemas.microsoft.com/office/drawing/2014/main" id="{9F41B789-CBD1-4B35-86FF-637AE47F95FE}"/>
              </a:ext>
            </a:extLst>
          </p:cNvPr>
          <p:cNvSpPr>
            <a:spLocks xmlns:a="http://schemas.openxmlformats.org/drawingml/2006/main" noGrp="1"/>
          </p:cNvSpPr>
          <p:nvPr/>
        </p:nvSpPr>
        <p:spPr>
          <a:xfrm xmlns:a="http://schemas.openxmlformats.org/drawingml/2006/main">
            <a:off x="3571875" y="16192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Confirm availability and select a feasible forecast for shortened sprints.</a:t>
            </a:r>
          </a:p>
        </p:txBody>
      </p:sp>
      <p:sp>
        <p:nvSpPr>
          <p:cNvPr id="6" name="">
            <a:extLst xmlns:a="http://schemas.openxmlformats.org/drawingml/2006/main">
              <a:ext uri="{FF2B5EF4-FFF2-40B4-BE49-F238E27FC236}">
                <a16:creationId xmlns:a16="http://schemas.microsoft.com/office/drawing/2014/main" id="{2272524F-6482-4925-A628-D76447065821}"/>
              </a:ext>
            </a:extLst>
          </p:cNvPr>
          <p:cNvSpPr>
            <a:spLocks xmlns:a="http://schemas.openxmlformats.org/drawingml/2006/main" noGrp="1"/>
          </p:cNvSpPr>
          <p:nvPr/>
        </p:nvSpPr>
        <p:spPr>
          <a:xfrm xmlns:a="http://schemas.openxmlformats.org/drawingml/2006/main">
            <a:off x="609600" y="248602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FA28DF05-BB44-44D2-B22F-083621B0CEBB}"/>
              </a:ext>
            </a:extLst>
          </p:cNvPr>
          <p:cNvSpPr>
            <a:spLocks xmlns:a="http://schemas.openxmlformats.org/drawingml/2006/main" noGrp="1"/>
          </p:cNvSpPr>
          <p:nvPr/>
        </p:nvSpPr>
        <p:spPr>
          <a:xfrm xmlns:a="http://schemas.openxmlformats.org/drawingml/2006/main">
            <a:off x="3571875" y="248602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Review the prototype with a second team member and record real outcomes.</a:t>
            </a:r>
          </a:p>
        </p:txBody>
      </p:sp>
      <p:sp>
        <p:nvSpPr>
          <p:cNvPr id="8" name="">
            <a:extLst xmlns:a="http://schemas.openxmlformats.org/drawingml/2006/main">
              <a:ext uri="{FF2B5EF4-FFF2-40B4-BE49-F238E27FC236}">
                <a16:creationId xmlns:a16="http://schemas.microsoft.com/office/drawing/2014/main" id="{75B1FA23-49D0-4AE5-B754-58F4A59B4C43}"/>
              </a:ext>
            </a:extLst>
          </p:cNvPr>
          <p:cNvSpPr>
            <a:spLocks xmlns:a="http://schemas.openxmlformats.org/drawingml/2006/main" noGrp="1"/>
          </p:cNvSpPr>
          <p:nvPr/>
        </p:nvSpPr>
        <p:spPr>
          <a:xfrm xmlns:a="http://schemas.openxmlformats.org/drawingml/2006/main">
            <a:off x="609600" y="335280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Accuracy</a:t>
            </a:r>
          </a:p>
        </p:txBody>
      </p:sp>
      <p:sp>
        <p:nvSpPr>
          <p:cNvPr id="9" name="">
            <a:extLst xmlns:a="http://schemas.openxmlformats.org/drawingml/2006/main">
              <a:ext uri="{FF2B5EF4-FFF2-40B4-BE49-F238E27FC236}">
                <a16:creationId xmlns:a16="http://schemas.microsoft.com/office/drawing/2014/main" id="{204110D4-58E4-43F1-8392-ED3EABB859A6}"/>
              </a:ext>
            </a:extLst>
          </p:cNvPr>
          <p:cNvSpPr>
            <a:spLocks xmlns:a="http://schemas.openxmlformats.org/drawingml/2006/main" noGrp="1"/>
          </p:cNvSpPr>
          <p:nvPr/>
        </p:nvSpPr>
        <p:spPr>
          <a:xfrm xmlns:a="http://schemas.openxmlformats.org/drawingml/2006/main">
            <a:off x="3571875" y="33528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Keep campus data illustrative and proposed rewards subject to approval.</a:t>
            </a:r>
          </a:p>
        </p:txBody>
      </p:sp>
      <p:sp>
        <p:nvSpPr>
          <p:cNvPr id="10" name="">
            <a:extLst xmlns:a="http://schemas.openxmlformats.org/drawingml/2006/main">
              <a:ext uri="{FF2B5EF4-FFF2-40B4-BE49-F238E27FC236}">
                <a16:creationId xmlns:a16="http://schemas.microsoft.com/office/drawing/2014/main" id="{B9E1A631-8B1A-45A8-9BC3-CBBCEB0216BF}"/>
              </a:ext>
            </a:extLst>
          </p:cNvPr>
          <p:cNvSpPr>
            <a:spLocks xmlns:a="http://schemas.openxmlformats.org/drawingml/2006/main" noGrp="1"/>
          </p:cNvSpPr>
          <p:nvPr/>
        </p:nvSpPr>
        <p:spPr>
          <a:xfrm xmlns:a="http://schemas.openxmlformats.org/drawingml/2006/main">
            <a:off x="609600" y="4219575"/>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55C3F2"/>
                </a:solidFill>
                <a:latin typeface="Arial"/>
                <a:ea typeface="Arial"/>
                <a:cs typeface="Arial"/>
              </a:defRPr>
            </a:defPPr>
            <a:lvl1pPr>
              <a:buNone/>
              <a:defRPr sz="1875" b="1">
                <a:solidFill>
                  <a:srgbClr val="55C3F2"/>
                </a:solidFill>
                <a:latin typeface="Arial"/>
                <a:ea typeface="Arial"/>
                <a:cs typeface="Arial"/>
              </a:defRPr>
            </a:lvl1pPr>
            <a:lvl2pPr>
              <a:buNone/>
              <a:defRPr sz="1875" b="1">
                <a:solidFill>
                  <a:srgbClr val="55C3F2"/>
                </a:solidFill>
                <a:latin typeface="Arial"/>
                <a:ea typeface="Arial"/>
                <a:cs typeface="Arial"/>
              </a:defRPr>
            </a:lvl2pPr>
            <a:lvl3pPr>
              <a:buNone/>
              <a:defRPr sz="1875" b="1">
                <a:solidFill>
                  <a:srgbClr val="55C3F2"/>
                </a:solidFill>
                <a:latin typeface="Arial"/>
                <a:ea typeface="Arial"/>
                <a:cs typeface="Arial"/>
              </a:defRPr>
            </a:lvl3pPr>
            <a:lvl4pPr>
              <a:buNone/>
              <a:defRPr sz="1875" b="1">
                <a:solidFill>
                  <a:srgbClr val="55C3F2"/>
                </a:solidFill>
                <a:latin typeface="Arial"/>
                <a:ea typeface="Arial"/>
                <a:cs typeface="Arial"/>
              </a:defRPr>
            </a:lvl4pPr>
            <a:lvl5pPr>
              <a:buNone/>
              <a:defRPr sz="1875" b="1">
                <a:solidFill>
                  <a:srgbClr val="55C3F2"/>
                </a:solidFill>
                <a:latin typeface="Arial"/>
                <a:ea typeface="Arial"/>
                <a:cs typeface="Arial"/>
              </a:defRPr>
            </a:lvl5pPr>
            <a:lvl6pPr>
              <a:buNone/>
              <a:defRPr sz="1875" b="1">
                <a:solidFill>
                  <a:srgbClr val="55C3F2"/>
                </a:solidFill>
                <a:latin typeface="Arial"/>
                <a:ea typeface="Arial"/>
                <a:cs typeface="Arial"/>
              </a:defRPr>
            </a:lvl6pPr>
            <a:lvl7pPr>
              <a:buNone/>
              <a:defRPr sz="1875" b="1">
                <a:solidFill>
                  <a:srgbClr val="55C3F2"/>
                </a:solidFill>
                <a:latin typeface="Arial"/>
                <a:ea typeface="Arial"/>
                <a:cs typeface="Arial"/>
              </a:defRPr>
            </a:lvl7pPr>
            <a:lvl8pPr>
              <a:buNone/>
              <a:defRPr sz="1875" b="1">
                <a:solidFill>
                  <a:srgbClr val="55C3F2"/>
                </a:solidFill>
                <a:latin typeface="Arial"/>
                <a:ea typeface="Arial"/>
                <a:cs typeface="Arial"/>
              </a:defRPr>
            </a:lvl8pPr>
            <a:lvl9pPr>
              <a:buNone/>
              <a:defRPr sz="1875" b="1">
                <a:solidFill>
                  <a:srgbClr val="55C3F2"/>
                </a:solidFill>
                <a:latin typeface="Arial"/>
                <a:ea typeface="Arial"/>
                <a:cs typeface="Arial"/>
              </a:defRPr>
            </a:lvl9pPr>
          </a:lstStyle>
          <a:p xmlns:a="http://schemas.openxmlformats.org/drawingml/2006/main">
            <a:pPr>
              <a:buNone/>
              <a:defRPr sz="1875" b="1">
                <a:solidFill>
                  <a:srgbClr val="55C3F2"/>
                </a:solidFill>
                <a:latin typeface="Arial"/>
                <a:ea typeface="Arial"/>
                <a:cs typeface="Arial"/>
              </a:defRPr>
            </a:pPr>
            <a:r>
              <a:rPr sz="1875" b="1">
                <a:solidFill>
                  <a:srgbClr val="55C3F2"/>
                </a:solidFill>
                <a:latin typeface="Arial"/>
                <a:ea typeface="Arial"/>
                <a:cs typeface="Arial"/>
              </a:rPr>
              <a:t>Before defense</a:t>
            </a:r>
          </a:p>
        </p:txBody>
      </p:sp>
      <p:sp>
        <p:nvSpPr>
          <p:cNvPr id="11" name="">
            <a:extLst xmlns:a="http://schemas.openxmlformats.org/drawingml/2006/main">
              <a:ext uri="{FF2B5EF4-FFF2-40B4-BE49-F238E27FC236}">
                <a16:creationId xmlns:a16="http://schemas.microsoft.com/office/drawing/2014/main" id="{EAD03640-9A9D-4336-8254-62853C49E6DE}"/>
              </a:ext>
            </a:extLst>
          </p:cNvPr>
          <p:cNvSpPr>
            <a:spLocks xmlns:a="http://schemas.openxmlformats.org/drawingml/2006/main" noGrp="1"/>
          </p:cNvSpPr>
          <p:nvPr/>
        </p:nvSpPr>
        <p:spPr>
          <a:xfrm xmlns:a="http://schemas.openxmlformats.org/drawingml/2006/main">
            <a:off x="3571875" y="4219575"/>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6F8FC"/>
                </a:solidFill>
                <a:latin typeface="Arial"/>
                <a:ea typeface="Arial"/>
                <a:cs typeface="Arial"/>
              </a:defRPr>
            </a:defPPr>
            <a:lvl1pPr>
              <a:buNone/>
              <a:defRPr sz="1800" b="0">
                <a:solidFill>
                  <a:srgbClr val="F6F8FC"/>
                </a:solidFill>
                <a:latin typeface="Arial"/>
                <a:ea typeface="Arial"/>
                <a:cs typeface="Arial"/>
              </a:defRPr>
            </a:lvl1pPr>
            <a:lvl2pPr>
              <a:buNone/>
              <a:defRPr sz="1800" b="0">
                <a:solidFill>
                  <a:srgbClr val="F6F8FC"/>
                </a:solidFill>
                <a:latin typeface="Arial"/>
                <a:ea typeface="Arial"/>
                <a:cs typeface="Arial"/>
              </a:defRPr>
            </a:lvl2pPr>
            <a:lvl3pPr>
              <a:buNone/>
              <a:defRPr sz="1800" b="0">
                <a:solidFill>
                  <a:srgbClr val="F6F8FC"/>
                </a:solidFill>
                <a:latin typeface="Arial"/>
                <a:ea typeface="Arial"/>
                <a:cs typeface="Arial"/>
              </a:defRPr>
            </a:lvl3pPr>
            <a:lvl4pPr>
              <a:buNone/>
              <a:defRPr sz="1800" b="0">
                <a:solidFill>
                  <a:srgbClr val="F6F8FC"/>
                </a:solidFill>
                <a:latin typeface="Arial"/>
                <a:ea typeface="Arial"/>
                <a:cs typeface="Arial"/>
              </a:defRPr>
            </a:lvl4pPr>
            <a:lvl5pPr>
              <a:buNone/>
              <a:defRPr sz="1800" b="0">
                <a:solidFill>
                  <a:srgbClr val="F6F8FC"/>
                </a:solidFill>
                <a:latin typeface="Arial"/>
                <a:ea typeface="Arial"/>
                <a:cs typeface="Arial"/>
              </a:defRPr>
            </a:lvl5pPr>
            <a:lvl6pPr>
              <a:buNone/>
              <a:defRPr sz="1800" b="0">
                <a:solidFill>
                  <a:srgbClr val="F6F8FC"/>
                </a:solidFill>
                <a:latin typeface="Arial"/>
                <a:ea typeface="Arial"/>
                <a:cs typeface="Arial"/>
              </a:defRPr>
            </a:lvl6pPr>
            <a:lvl7pPr>
              <a:buNone/>
              <a:defRPr sz="1800" b="0">
                <a:solidFill>
                  <a:srgbClr val="F6F8FC"/>
                </a:solidFill>
                <a:latin typeface="Arial"/>
                <a:ea typeface="Arial"/>
                <a:cs typeface="Arial"/>
              </a:defRPr>
            </a:lvl7pPr>
            <a:lvl8pPr>
              <a:buNone/>
              <a:defRPr sz="1800" b="0">
                <a:solidFill>
                  <a:srgbClr val="F6F8FC"/>
                </a:solidFill>
                <a:latin typeface="Arial"/>
                <a:ea typeface="Arial"/>
                <a:cs typeface="Arial"/>
              </a:defRPr>
            </a:lvl8pPr>
            <a:lvl9pPr>
              <a:buNone/>
              <a:defRPr sz="1800" b="0">
                <a:solidFill>
                  <a:srgbClr val="F6F8FC"/>
                </a:solidFill>
                <a:latin typeface="Arial"/>
                <a:ea typeface="Arial"/>
                <a:cs typeface="Arial"/>
              </a:defRPr>
            </a:lvl9pPr>
          </a:lstStyle>
          <a:p xmlns:a="http://schemas.openxmlformats.org/drawingml/2006/main">
            <a:pPr>
              <a:buNone/>
              <a:defRPr sz="1800" b="0">
                <a:solidFill>
                  <a:srgbClr val="F6F8FC"/>
                </a:solidFill>
                <a:latin typeface="Arial"/>
                <a:ea typeface="Arial"/>
                <a:cs typeface="Arial"/>
              </a:defRPr>
            </a:pPr>
            <a:r>
              <a:rPr sz="1800" b="0">
                <a:solidFill>
                  <a:srgbClr val="F6F8FC"/>
                </a:solidFill>
                <a:latin typeface="Arial"/>
                <a:ea typeface="Arial"/>
                <a:cs typeface="Arial"/>
              </a:rPr>
              <a:t>Rehearse the live walkthrough and disclose unfinished original criteria.</a:t>
            </a:r>
          </a:p>
        </p:txBody>
      </p:sp>
      <p:sp>
        <p:nvSpPr>
          <p:cNvPr id="12" name="">
            <a:extLst xmlns:a="http://schemas.openxmlformats.org/drawingml/2006/main">
              <a:ext uri="{FF2B5EF4-FFF2-40B4-BE49-F238E27FC236}">
                <a16:creationId xmlns:a16="http://schemas.microsoft.com/office/drawing/2014/main" id="{0DCF294B-05D0-4D92-BAE7-254C8711C8B4}"/>
              </a:ext>
            </a:extLst>
          </p:cNvPr>
          <p:cNvSpPr>
            <a:spLocks xmlns:a="http://schemas.openxmlformats.org/drawingml/2006/main" noGrp="1"/>
          </p:cNvSpPr>
          <p:nvPr/>
        </p:nvSpPr>
        <p:spPr>
          <a:xfrm xmlns:a="http://schemas.openxmlformats.org/drawingml/2006/main">
            <a:off x="609600" y="59721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85A1BD"/>
                </a:solidFill>
                <a:latin typeface="Arial"/>
                <a:ea typeface="Arial"/>
                <a:cs typeface="Arial"/>
              </a:defRPr>
            </a:defPPr>
            <a:lvl1pPr>
              <a:buNone/>
              <a:defRPr sz="1275" b="0">
                <a:solidFill>
                  <a:srgbClr val="85A1BD"/>
                </a:solidFill>
                <a:latin typeface="Arial"/>
                <a:ea typeface="Arial"/>
                <a:cs typeface="Arial"/>
              </a:defRPr>
            </a:lvl1pPr>
            <a:lvl2pPr>
              <a:buNone/>
              <a:defRPr sz="1275" b="0">
                <a:solidFill>
                  <a:srgbClr val="85A1BD"/>
                </a:solidFill>
                <a:latin typeface="Arial"/>
                <a:ea typeface="Arial"/>
                <a:cs typeface="Arial"/>
              </a:defRPr>
            </a:lvl2pPr>
            <a:lvl3pPr>
              <a:buNone/>
              <a:defRPr sz="1275" b="0">
                <a:solidFill>
                  <a:srgbClr val="85A1BD"/>
                </a:solidFill>
                <a:latin typeface="Arial"/>
                <a:ea typeface="Arial"/>
                <a:cs typeface="Arial"/>
              </a:defRPr>
            </a:lvl3pPr>
            <a:lvl4pPr>
              <a:buNone/>
              <a:defRPr sz="1275" b="0">
                <a:solidFill>
                  <a:srgbClr val="85A1BD"/>
                </a:solidFill>
                <a:latin typeface="Arial"/>
                <a:ea typeface="Arial"/>
                <a:cs typeface="Arial"/>
              </a:defRPr>
            </a:lvl4pPr>
            <a:lvl5pPr>
              <a:buNone/>
              <a:defRPr sz="1275" b="0">
                <a:solidFill>
                  <a:srgbClr val="85A1BD"/>
                </a:solidFill>
                <a:latin typeface="Arial"/>
                <a:ea typeface="Arial"/>
                <a:cs typeface="Arial"/>
              </a:defRPr>
            </a:lvl5pPr>
            <a:lvl6pPr>
              <a:buNone/>
              <a:defRPr sz="1275" b="0">
                <a:solidFill>
                  <a:srgbClr val="85A1BD"/>
                </a:solidFill>
                <a:latin typeface="Arial"/>
                <a:ea typeface="Arial"/>
                <a:cs typeface="Arial"/>
              </a:defRPr>
            </a:lvl6pPr>
            <a:lvl7pPr>
              <a:buNone/>
              <a:defRPr sz="1275" b="0">
                <a:solidFill>
                  <a:srgbClr val="85A1BD"/>
                </a:solidFill>
                <a:latin typeface="Arial"/>
                <a:ea typeface="Arial"/>
                <a:cs typeface="Arial"/>
              </a:defRPr>
            </a:lvl7pPr>
            <a:lvl8pPr>
              <a:buNone/>
              <a:defRPr sz="1275" b="0">
                <a:solidFill>
                  <a:srgbClr val="85A1BD"/>
                </a:solidFill>
                <a:latin typeface="Arial"/>
                <a:ea typeface="Arial"/>
                <a:cs typeface="Arial"/>
              </a:defRPr>
            </a:lvl8pPr>
            <a:lvl9pPr>
              <a:buNone/>
              <a:defRPr sz="1275" b="0">
                <a:solidFill>
                  <a:srgbClr val="85A1BD"/>
                </a:solidFill>
                <a:latin typeface="Arial"/>
                <a:ea typeface="Arial"/>
                <a:cs typeface="Arial"/>
              </a:defRPr>
            </a:lvl9pPr>
          </a:lstStyle>
          <a:p xmlns:a="http://schemas.openxmlformats.org/drawingml/2006/main">
            <a:pPr>
              <a:buNone/>
              <a:defRPr sz="1275" b="0">
                <a:solidFill>
                  <a:srgbClr val="85A1BD"/>
                </a:solidFill>
                <a:latin typeface="Arial"/>
                <a:ea typeface="Arial"/>
                <a:cs typeface="Arial"/>
              </a:defRPr>
            </a:pPr>
            <a:r>
              <a:rPr sz="1275" b="0">
                <a:solidFill>
                  <a:srgbClr val="85A1BD"/>
                </a:solidFill>
                <a:latin typeface="Arial"/>
                <a:ea typeface="Arial"/>
                <a:cs typeface="Arial"/>
              </a:rPr>
              <a:t>Private GitHub repository contains the project documentation and draft deck</a:t>
            </a:r>
          </a:p>
        </p:txBody>
      </p:sp>
    </p:spTree>
    <p:extLst>
      <p:ext uri="{BB962C8B-B14F-4D97-AF65-F5344CB8AC3E}">
        <p14:creationId xmlns:p14="http://schemas.microsoft.com/office/powerpoint/2010/main" val="596588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2026-10-29T18:50:17.5450000Z</dcterms:created>
  <dcterms:modified xsi:type="dcterms:W3CDTF">2026-10-29T18:50:17.5460000Z</dcterms:modified>
</coreProperties>
</file>