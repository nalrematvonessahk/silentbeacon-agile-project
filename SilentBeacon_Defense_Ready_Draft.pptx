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84fcc8cbe04bdf" /><Relationship Type="http://schemas.openxmlformats.org/officeDocument/2006/relationships/extended-properties" Target="/docProps/app.xml" Id="R2dbe5fbc48684e71" /><Relationship Type="http://schemas.openxmlformats.org/officeDocument/2006/relationships/officeDocument" Target="/ppt/presentation.xml" Id="Rc17882383a5748bd" /></Relationships>
</file>

<file path=ppt/presentation.xml><?xml version="1.0" encoding="utf-8"?>
<p:presentation xmlns:p="http://schemas.openxmlformats.org/presentationml/2006/main">
  <p:sldMasterIdLst>
    <p:sldMasterId xmlns:r="http://schemas.openxmlformats.org/officeDocument/2006/relationships" id="2147483648" r:id="R5ae66cf437784620"/>
  </p:sldMasterIdLst>
  <p:notesMasterIdLst>
    <p:notesMasterId xmlns:r="http://schemas.openxmlformats.org/officeDocument/2006/relationships" r:id="R7a313d02b2704155"/>
  </p:notesMasterIdLst>
  <p:sldIdLst>
    <p:sldId xmlns:r="http://schemas.openxmlformats.org/officeDocument/2006/relationships" id="256" r:id="R91f5640393404fd8"/>
    <p:sldId xmlns:r="http://schemas.openxmlformats.org/officeDocument/2006/relationships" id="257" r:id="Rd26eda6a4b4b4db3"/>
    <p:sldId xmlns:r="http://schemas.openxmlformats.org/officeDocument/2006/relationships" id="258" r:id="R0bebfcb51c724314"/>
    <p:sldId xmlns:r="http://schemas.openxmlformats.org/officeDocument/2006/relationships" id="259" r:id="R4beea6701fac4098"/>
    <p:sldId xmlns:r="http://schemas.openxmlformats.org/officeDocument/2006/relationships" id="260" r:id="Ra6d8ec222cf84623"/>
    <p:sldId xmlns:r="http://schemas.openxmlformats.org/officeDocument/2006/relationships" id="261" r:id="Rf1580591ff9f4597"/>
    <p:sldId xmlns:r="http://schemas.openxmlformats.org/officeDocument/2006/relationships" id="262" r:id="Ra3f3ec7adf234c27"/>
    <p:sldId xmlns:r="http://schemas.openxmlformats.org/officeDocument/2006/relationships" id="263" r:id="Rc2d35c84e4fb466f"/>
    <p:sldId xmlns:r="http://schemas.openxmlformats.org/officeDocument/2006/relationships" id="264" r:id="R18dc3663fab048b3"/>
    <p:sldId xmlns:r="http://schemas.openxmlformats.org/officeDocument/2006/relationships" id="265" r:id="R622d480aba1443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f7c97cd5884d4b" /><Relationship Type="http://schemas.openxmlformats.org/officeDocument/2006/relationships/slideMaster" Target="/ppt/slideMasters/slideMaster1.xml" Id="R5ae66cf437784620" /><Relationship Type="http://schemas.openxmlformats.org/officeDocument/2006/relationships/notesMaster" Target="/ppt/notesMasters/notesMaster1.xml" Id="R7a313d02b2704155" /><Relationship Type="http://schemas.openxmlformats.org/officeDocument/2006/relationships/presProps" Target="/ppt/presProps.xml" Id="Rfe56366ba6234a72" /><Relationship Type="http://schemas.openxmlformats.org/officeDocument/2006/relationships/tableStyles" Target="/ppt/tableStyles.xml" Id="R2c26164e8c584aab" /><Relationship Type="http://schemas.openxmlformats.org/officeDocument/2006/relationships/slide" Target="/ppt/slides/slide1.xml" Id="R91f5640393404fd8" /><Relationship Type="http://schemas.openxmlformats.org/officeDocument/2006/relationships/slide" Target="/ppt/slides/slide2.xml" Id="Rd26eda6a4b4b4db3" /><Relationship Type="http://schemas.openxmlformats.org/officeDocument/2006/relationships/slide" Target="/ppt/slides/slide3.xml" Id="R0bebfcb51c724314" /><Relationship Type="http://schemas.openxmlformats.org/officeDocument/2006/relationships/slide" Target="/ppt/slides/slide4.xml" Id="R4beea6701fac4098" /><Relationship Type="http://schemas.openxmlformats.org/officeDocument/2006/relationships/slide" Target="/ppt/slides/slide5.xml" Id="Ra6d8ec222cf84623" /><Relationship Type="http://schemas.openxmlformats.org/officeDocument/2006/relationships/slide" Target="/ppt/slides/slide6.xml" Id="Rf1580591ff9f4597" /><Relationship Type="http://schemas.openxmlformats.org/officeDocument/2006/relationships/slide" Target="/ppt/slides/slide7.xml" Id="Ra3f3ec7adf234c27" /><Relationship Type="http://schemas.openxmlformats.org/officeDocument/2006/relationships/slide" Target="/ppt/slides/slide8.xml" Id="Rc2d35c84e4fb466f" /><Relationship Type="http://schemas.openxmlformats.org/officeDocument/2006/relationships/slide" Target="/ppt/slides/slide9.xml" Id="R18dc3663fab048b3" /><Relationship Type="http://schemas.openxmlformats.org/officeDocument/2006/relationships/slide" Target="/ppt/slides/slide10.xml" Id="R622d480aba1443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96d529a6c345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9f8255247d4215" /><Relationship Type="http://schemas.openxmlformats.org/officeDocument/2006/relationships/notesMaster" Target="/ppt/notesMasters/notesMaster1.xml" Id="R2ad79bcd9d6e41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29e5b6ab49453a" /><Relationship Type="http://schemas.openxmlformats.org/officeDocument/2006/relationships/notesMaster" Target="/ppt/notesMasters/notesMaster1.xml" Id="Rb5954f82bc5c4e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5025fe1d564916" /><Relationship Type="http://schemas.openxmlformats.org/officeDocument/2006/relationships/notesMaster" Target="/ppt/notesMasters/notesMaster1.xml" Id="R60de18561d6141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85367a06eb401f" /><Relationship Type="http://schemas.openxmlformats.org/officeDocument/2006/relationships/notesMaster" Target="/ppt/notesMasters/notesMaster1.xml" Id="R2ee390a954d645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7dedab300d42eb" /><Relationship Type="http://schemas.openxmlformats.org/officeDocument/2006/relationships/notesMaster" Target="/ppt/notesMasters/notesMaster1.xml" Id="Re8b9c634791d49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0cea632267e4d6e" /><Relationship Type="http://schemas.openxmlformats.org/officeDocument/2006/relationships/notesMaster" Target="/ppt/notesMasters/notesMaster1.xml" Id="Rc822d85486ab45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56fd50ee6e4355" /><Relationship Type="http://schemas.openxmlformats.org/officeDocument/2006/relationships/notesMaster" Target="/ppt/notesMasters/notesMaster1.xml" Id="R544e146295d74f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16a5eb2cbc456b" /><Relationship Type="http://schemas.openxmlformats.org/officeDocument/2006/relationships/notesMaster" Target="/ppt/notesMasters/notesMaster1.xml" Id="Rcae35121a71a49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b3d00cf30f438d" /><Relationship Type="http://schemas.openxmlformats.org/officeDocument/2006/relationships/notesMaster" Target="/ppt/notesMasters/notesMaster1.xml" Id="Rf058b535028342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c2e66b165b450c" /><Relationship Type="http://schemas.openxmlformats.org/officeDocument/2006/relationships/notesMaster" Target="/ppt/notesMasters/notesMaster1.xml" Id="R5f08acad227440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Aldiyar. Introduce the team, the course and SilentBeacon as an academic interactive web prototype. Final defense is scheduled for November 13, 2026. Do not claim the slide deck contains final sprint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Aldiyar. Explain that the search-time estimate is a hypothesis and the one-minute goal is a future target. We have not established a measured baseline or conducted student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 Figma prototype is a series of preset scenarios, not a live service.</a:t>
            </a:r>
          </a:p>
          <a:p xmlns:a="http://schemas.openxmlformats.org/drawingml/2006/main">
            <a:r>
              <a:t/>
            </a:r>
          </a:p>
          <a:p xmlns:a="http://schemas.openxmlformats.org/drawingml/2006/main">
            <a:r>
              <a:t>Suggested presenter: Merey. Walk through the actual Figma presentation if available: landing, map, a zone, the preset report, verification, proposed rewards and demonstration analytics. Only Z01 has the full scripted report journey; clarify that examples are not live campus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Tamerlan. The report sets expiry at 30 minutes. Figma and the local demonstration show the 29:59 and 30:00 boundary. Figma expiry screens were visually inspected in desktop and narrow web sizes. A complete Present-mode walkthrough and team review remain pending. Noise and outlet observations have separate timestamps. No server validation or persistence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 Board evidence: https://trello.com/b/cn7omEzN/silentbeacon-agile-project-management-se-2416</a:t>
            </a:r>
          </a:p>
          <a:p xmlns:a="http://schemas.openxmlformats.org/drawingml/2006/main">
            <a:r>
              <a:t/>
            </a:r>
          </a:p>
          <a:p xmlns:a="http://schemas.openxmlformats.org/drawingml/2006/main">
            <a:r>
              <a:t>Suggested presenter: Askhat. Open the real Trello board: https://trello.com/b/cn7omEzN/silentbeacon-agile-project-management-se-2416 . Three Sprint 1 stories have assistant-created draft work and appear in progress. Team assignments remain unconfirmed. Check the live board for current status before presenting; story estimates are not delivery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Askhat. The report proposes three three-week sprints. At eight hours per week for five members the nine-week forecast is 360 hours, including 270 delivery, 63 coordination and 27 contingency hours. The defense is an interim checkpoint on November 13; the project continues until December 24. Actual availability and scope remain unconfirmed.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 Figma: https://www.figma.com/design/spEnordZysj72nrb1p28kb</a:t>
            </a:r>
          </a:p>
          <a:p xmlns:a="http://schemas.openxmlformats.org/drawingml/2006/main">
            <a:r>
              <a:t/>
            </a:r>
          </a:p>
          <a:p xmlns:a="http://schemas.openxmlformats.org/drawingml/2006/main">
            <a:r>
              <a:t>Suggested presenter: Merey. Open the editable file https://www.figma.com/design/spEnordZysj72nrb1p28kb . The figures describe the created design, not verified usability. Social GPA is proposed and simulated, subject to university approval; analytics use demonstration data. A human Present-mode and keyboard walkthrough still needs evidence. The Figma expiry screens were updated to 30 minutes and visually inspected in desktop and narrow web sizes. A full Present-mode walkthrough and team review remain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Tamerlan. Explain the named roles from the submitted project plan. Contacts written on story descriptions are proposed, not proof of accepted assignments or account membership. Team access requires authorization before invitations or sharing.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a:t>
            </a:r>
          </a:p>
          <a:p xmlns:a="http://schemas.openxmlformats.org/drawingml/2006/main">
            <a:r>
              <a:t/>
            </a:r>
          </a:p>
          <a:p xmlns:a="http://schemas.openxmlformats.org/drawingml/2006/main">
            <a:r>
              <a:t>Suggested presenter: Asanali. Replace each placeholder only after the actual review and retrospective, using the event date, participants, artifact links and an agreed improvement. No meeting, feedback or result is asserted on this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SilentBeacon Agile Endterm report (30 October 2026); project documentation and verified Trello/Figma records prepared 29 October 2026. Prior design reference: SilentBeacon Updated Presentation. GitHub repository: https://github.com/nalrematvonessahk/silentbeacon-agile-project</a:t>
            </a:r>
          </a:p>
          <a:p xmlns:a="http://schemas.openxmlformats.org/drawingml/2006/main">
            <a:r>
              <a:t/>
            </a:r>
          </a:p>
          <a:p xmlns:a="http://schemas.openxmlformats.org/drawingml/2006/main">
            <a:r>
              <a:t>Suggested presenter: Asanali. Show the private repository at https://github.com/nalrematvonessahk/silentbeacon-agile-project and the evidence checklist. Explain unresolved capacity, second-person review, prototype walkthrough and the original implementation criteria that the mockup cannot prove. The repository was populated on October 29,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cb0132a0d546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e5fa73cc68b41d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72911351c414a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62c9a7a386c4a6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a03527991848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81a40311094b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9D09DD-7069-4640-BE82-538FD5F65D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4205938-2375-4727-BC12-A9517481A7D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4EE6D01-E0B4-4AA5-8C4D-BB5CBA18973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7E4AFE-E34C-4E93-A41A-F5D0EFDD76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B09367A-620F-4AFA-967C-FE6D89D1070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0E6038C-C2B5-48FD-850F-150844DFC7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525D3-57E5-4358-AFAA-37FB21F79E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BD5E9B-931D-4B6F-A6C0-AF8F0123B05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51DDB7-8F75-46A9-BC6A-29E97E9EBB6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43ED11-CCA0-4051-9BF8-0027D3A824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2991f2021b4178" /><Relationship Type="http://schemas.openxmlformats.org/officeDocument/2006/relationships/slideLayout" Target="/ppt/slideLayouts/slideLayout1.xml" Id="R16c68806079241bb" /><Relationship Type="http://schemas.openxmlformats.org/officeDocument/2006/relationships/slideLayout" Target="/ppt/slideLayouts/slideLayout2.xml" Id="R8215d9093748406f" /><Relationship Type="http://schemas.openxmlformats.org/officeDocument/2006/relationships/slideLayout" Target="/ppt/slideLayouts/slideLayout3.xml" Id="R14b20233fd404e40" /><Relationship Type="http://schemas.openxmlformats.org/officeDocument/2006/relationships/slideLayout" Target="/ppt/slideLayouts/slideLayout4.xml" Id="R8fe6dbbecf5a478c" /><Relationship Type="http://schemas.openxmlformats.org/officeDocument/2006/relationships/slideLayout" Target="/ppt/slideLayouts/slideLayout5.xml" Id="R607fa8c297d24695" /><Relationship Type="http://schemas.openxmlformats.org/officeDocument/2006/relationships/slideLayout" Target="/ppt/slideLayouts/slideLayout6.xml" Id="R88f5d91be95c412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c68806079241bb"/>
    <p:sldLayoutId xmlns:r="http://schemas.openxmlformats.org/officeDocument/2006/relationships" id="2147483650" r:id="R8215d9093748406f"/>
    <p:sldLayoutId xmlns:r="http://schemas.openxmlformats.org/officeDocument/2006/relationships" id="2147483651" r:id="R14b20233fd404e40"/>
    <p:sldLayoutId xmlns:r="http://schemas.openxmlformats.org/officeDocument/2006/relationships" id="2147483652" r:id="R8fe6dbbecf5a478c"/>
    <p:sldLayoutId xmlns:r="http://schemas.openxmlformats.org/officeDocument/2006/relationships" id="2147483653" r:id="R607fa8c297d24695"/>
    <p:sldLayoutId xmlns:r="http://schemas.openxmlformats.org/officeDocument/2006/relationships" id="2147483654" r:id="R88f5d91be95c412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53ce999ec34471" /><Relationship Type="http://schemas.openxmlformats.org/officeDocument/2006/relationships/notesSlide" Target="/ppt/notesSlides/notesSlide1.xml" Id="R074b30462a1a4ac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a7e37147d9044ab" /><Relationship Type="http://schemas.openxmlformats.org/officeDocument/2006/relationships/notesSlide" Target="/ppt/notesSlides/notesSlide2.xml" Id="R8d86670301f441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be7932fcd094268" /><Relationship Type="http://schemas.openxmlformats.org/officeDocument/2006/relationships/notesSlide" Target="/ppt/notesSlides/notesSlide3.xml" Id="Rd386759e990c44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c9661b58bff4a7f" /><Relationship Type="http://schemas.openxmlformats.org/officeDocument/2006/relationships/notesSlide" Target="/ppt/notesSlides/notesSlide4.xml" Id="R40552391d93643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f6206a88ed14fca" /><Relationship Type="http://schemas.openxmlformats.org/officeDocument/2006/relationships/notesSlide" Target="/ppt/notesSlides/notesSlide5.xml" Id="Rbb10066ef10a42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881c214903e493e" /><Relationship Type="http://schemas.openxmlformats.org/officeDocument/2006/relationships/notesSlide" Target="/ppt/notesSlides/notesSlide6.xml" Id="R5e06c0b3165045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c17d4788f94373" /><Relationship Type="http://schemas.openxmlformats.org/officeDocument/2006/relationships/notesSlide" Target="/ppt/notesSlides/notesSlide7.xml" Id="R4a4baaa1946b42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ab4ff822fbf4565" /><Relationship Type="http://schemas.openxmlformats.org/officeDocument/2006/relationships/notesSlide" Target="/ppt/notesSlides/notesSlide8.xml" Id="Rd5dd58bc557b46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813b2cba6994a98" /><Relationship Type="http://schemas.openxmlformats.org/officeDocument/2006/relationships/notesSlide" Target="/ppt/notesSlides/notesSlide9.xml" Id="Rabec9bfda27b46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9ebaed6404e475a" /><Relationship Type="http://schemas.openxmlformats.org/officeDocument/2006/relationships/notesSlide" Target="/ppt/notesSlides/notesSlide10.xml" Id="R761dc983dcce46ea" /></Relationships>
</file>

<file path=ppt/slides/slide1.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9DF225-2D73-4FCD-BBA3-D9A9106A3F22}"/>
              </a:ext>
            </a:extLst>
          </p:cNvPr>
          <p:cNvSpPr>
            <a:spLocks xmlns:a="http://schemas.openxmlformats.org/drawingml/2006/main" noGrp="1"/>
          </p:cNvSpPr>
          <p:nvPr/>
        </p:nvSpPr>
        <p:spPr>
          <a:xfrm xmlns:a="http://schemas.openxmlformats.org/drawingml/2006/main">
            <a:off x="609600" y="5143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1">
                <a:solidFill>
                  <a:srgbClr val="55C3F2"/>
                </a:solidFill>
                <a:latin typeface="Arial"/>
                <a:ea typeface="Arial"/>
                <a:cs typeface="Arial"/>
              </a:defRPr>
            </a:defPPr>
            <a:lvl1pPr>
              <a:buNone/>
              <a:defRPr sz="1275" b="1">
                <a:solidFill>
                  <a:srgbClr val="55C3F2"/>
                </a:solidFill>
                <a:latin typeface="Arial"/>
                <a:ea typeface="Arial"/>
                <a:cs typeface="Arial"/>
              </a:defRPr>
            </a:lvl1pPr>
            <a:lvl2pPr>
              <a:buNone/>
              <a:defRPr sz="1275" b="1">
                <a:solidFill>
                  <a:srgbClr val="55C3F2"/>
                </a:solidFill>
                <a:latin typeface="Arial"/>
                <a:ea typeface="Arial"/>
                <a:cs typeface="Arial"/>
              </a:defRPr>
            </a:lvl2pPr>
            <a:lvl3pPr>
              <a:buNone/>
              <a:defRPr sz="1275" b="1">
                <a:solidFill>
                  <a:srgbClr val="55C3F2"/>
                </a:solidFill>
                <a:latin typeface="Arial"/>
                <a:ea typeface="Arial"/>
                <a:cs typeface="Arial"/>
              </a:defRPr>
            </a:lvl3pPr>
            <a:lvl4pPr>
              <a:buNone/>
              <a:defRPr sz="1275" b="1">
                <a:solidFill>
                  <a:srgbClr val="55C3F2"/>
                </a:solidFill>
                <a:latin typeface="Arial"/>
                <a:ea typeface="Arial"/>
                <a:cs typeface="Arial"/>
              </a:defRPr>
            </a:lvl4pPr>
            <a:lvl5pPr>
              <a:buNone/>
              <a:defRPr sz="1275" b="1">
                <a:solidFill>
                  <a:srgbClr val="55C3F2"/>
                </a:solidFill>
                <a:latin typeface="Arial"/>
                <a:ea typeface="Arial"/>
                <a:cs typeface="Arial"/>
              </a:defRPr>
            </a:lvl5pPr>
            <a:lvl6pPr>
              <a:buNone/>
              <a:defRPr sz="1275" b="1">
                <a:solidFill>
                  <a:srgbClr val="55C3F2"/>
                </a:solidFill>
                <a:latin typeface="Arial"/>
                <a:ea typeface="Arial"/>
                <a:cs typeface="Arial"/>
              </a:defRPr>
            </a:lvl6pPr>
            <a:lvl7pPr>
              <a:buNone/>
              <a:defRPr sz="1275" b="1">
                <a:solidFill>
                  <a:srgbClr val="55C3F2"/>
                </a:solidFill>
                <a:latin typeface="Arial"/>
                <a:ea typeface="Arial"/>
                <a:cs typeface="Arial"/>
              </a:defRPr>
            </a:lvl7pPr>
            <a:lvl8pPr>
              <a:buNone/>
              <a:defRPr sz="1275" b="1">
                <a:solidFill>
                  <a:srgbClr val="55C3F2"/>
                </a:solidFill>
                <a:latin typeface="Arial"/>
                <a:ea typeface="Arial"/>
                <a:cs typeface="Arial"/>
              </a:defRPr>
            </a:lvl8pPr>
            <a:lvl9pPr>
              <a:buNone/>
              <a:defRPr sz="1275" b="1">
                <a:solidFill>
                  <a:srgbClr val="55C3F2"/>
                </a:solidFill>
                <a:latin typeface="Arial"/>
                <a:ea typeface="Arial"/>
                <a:cs typeface="Arial"/>
              </a:defRPr>
            </a:lvl9pPr>
          </a:lstStyle>
          <a:p xmlns:a="http://schemas.openxmlformats.org/drawingml/2006/main">
            <a:pPr>
              <a:buNone/>
              <a:defRPr sz="1275" b="1">
                <a:solidFill>
                  <a:srgbClr val="55C3F2"/>
                </a:solidFill>
                <a:latin typeface="Arial"/>
                <a:ea typeface="Arial"/>
                <a:cs typeface="Arial"/>
              </a:defRPr>
            </a:pPr>
            <a:r>
              <a:rPr sz="1275" b="1">
                <a:solidFill>
                  <a:srgbClr val="55C3F2"/>
                </a:solidFill>
                <a:latin typeface="Arial"/>
                <a:ea typeface="Arial"/>
                <a:cs typeface="Arial"/>
              </a:rPr>
              <a:t>ASTANA IT UNIVERSITY  /  SE-2416</a:t>
            </a:r>
          </a:p>
        </p:txBody>
      </p:sp>
      <p:sp>
        <p:nvSpPr>
          <p:cNvPr id="2" name="">
            <a:extLst xmlns:a="http://schemas.openxmlformats.org/drawingml/2006/main">
              <a:ext uri="{FF2B5EF4-FFF2-40B4-BE49-F238E27FC236}">
                <a16:creationId xmlns:a16="http://schemas.microsoft.com/office/drawing/2014/main" id="{18B3E18E-315E-4070-BBF9-8DAEA75974B8}"/>
              </a:ext>
            </a:extLst>
          </p:cNvPr>
          <p:cNvSpPr>
            <a:spLocks xmlns:a="http://schemas.openxmlformats.org/drawingml/2006/main" noGrp="1"/>
          </p:cNvSpPr>
          <p:nvPr/>
        </p:nvSpPr>
        <p:spPr>
          <a:xfrm xmlns:a="http://schemas.openxmlformats.org/drawingml/2006/main">
            <a:off x="609600" y="1438275"/>
            <a:ext cx="9239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100" b="1">
                <a:solidFill>
                  <a:srgbClr val="F6F8FC"/>
                </a:solidFill>
                <a:latin typeface="Arial"/>
                <a:ea typeface="Arial"/>
                <a:cs typeface="Arial"/>
              </a:defRPr>
            </a:defPPr>
            <a:lvl1pPr>
              <a:buNone/>
              <a:defRPr sz="5100" b="1">
                <a:solidFill>
                  <a:srgbClr val="F6F8FC"/>
                </a:solidFill>
                <a:latin typeface="Arial"/>
                <a:ea typeface="Arial"/>
                <a:cs typeface="Arial"/>
              </a:defRPr>
            </a:lvl1pPr>
            <a:lvl2pPr>
              <a:buNone/>
              <a:defRPr sz="5100" b="1">
                <a:solidFill>
                  <a:srgbClr val="F6F8FC"/>
                </a:solidFill>
                <a:latin typeface="Arial"/>
                <a:ea typeface="Arial"/>
                <a:cs typeface="Arial"/>
              </a:defRPr>
            </a:lvl2pPr>
            <a:lvl3pPr>
              <a:buNone/>
              <a:defRPr sz="5100" b="1">
                <a:solidFill>
                  <a:srgbClr val="F6F8FC"/>
                </a:solidFill>
                <a:latin typeface="Arial"/>
                <a:ea typeface="Arial"/>
                <a:cs typeface="Arial"/>
              </a:defRPr>
            </a:lvl3pPr>
            <a:lvl4pPr>
              <a:buNone/>
              <a:defRPr sz="5100" b="1">
                <a:solidFill>
                  <a:srgbClr val="F6F8FC"/>
                </a:solidFill>
                <a:latin typeface="Arial"/>
                <a:ea typeface="Arial"/>
                <a:cs typeface="Arial"/>
              </a:defRPr>
            </a:lvl4pPr>
            <a:lvl5pPr>
              <a:buNone/>
              <a:defRPr sz="5100" b="1">
                <a:solidFill>
                  <a:srgbClr val="F6F8FC"/>
                </a:solidFill>
                <a:latin typeface="Arial"/>
                <a:ea typeface="Arial"/>
                <a:cs typeface="Arial"/>
              </a:defRPr>
            </a:lvl5pPr>
            <a:lvl6pPr>
              <a:buNone/>
              <a:defRPr sz="5100" b="1">
                <a:solidFill>
                  <a:srgbClr val="F6F8FC"/>
                </a:solidFill>
                <a:latin typeface="Arial"/>
                <a:ea typeface="Arial"/>
                <a:cs typeface="Arial"/>
              </a:defRPr>
            </a:lvl6pPr>
            <a:lvl7pPr>
              <a:buNone/>
              <a:defRPr sz="5100" b="1">
                <a:solidFill>
                  <a:srgbClr val="F6F8FC"/>
                </a:solidFill>
                <a:latin typeface="Arial"/>
                <a:ea typeface="Arial"/>
                <a:cs typeface="Arial"/>
              </a:defRPr>
            </a:lvl7pPr>
            <a:lvl8pPr>
              <a:buNone/>
              <a:defRPr sz="5100" b="1">
                <a:solidFill>
                  <a:srgbClr val="F6F8FC"/>
                </a:solidFill>
                <a:latin typeface="Arial"/>
                <a:ea typeface="Arial"/>
                <a:cs typeface="Arial"/>
              </a:defRPr>
            </a:lvl8pPr>
            <a:lvl9pPr>
              <a:buNone/>
              <a:defRPr sz="5100" b="1">
                <a:solidFill>
                  <a:srgbClr val="F6F8FC"/>
                </a:solidFill>
                <a:latin typeface="Arial"/>
                <a:ea typeface="Arial"/>
                <a:cs typeface="Arial"/>
              </a:defRPr>
            </a:lvl9pPr>
          </a:lstStyle>
          <a:p xmlns:a="http://schemas.openxmlformats.org/drawingml/2006/main">
            <a:pPr>
              <a:buNone/>
              <a:defRPr sz="5100" b="1">
                <a:solidFill>
                  <a:srgbClr val="F6F8FC"/>
                </a:solidFill>
                <a:latin typeface="Arial"/>
                <a:ea typeface="Arial"/>
                <a:cs typeface="Arial"/>
              </a:defRPr>
            </a:pPr>
            <a:r>
              <a:rPr sz="5100" b="1">
                <a:solidFill>
                  <a:srgbClr val="F6F8FC"/>
                </a:solidFill>
                <a:latin typeface="Arial"/>
                <a:ea typeface="Arial"/>
                <a:cs typeface="Arial"/>
              </a:rPr>
              <a:t>SilentBeacon</a:t>
            </a:r>
          </a:p>
          <a:p xmlns:a="http://schemas.openxmlformats.org/drawingml/2006/main">
            <a:pPr>
              <a:buNone/>
              <a:defRPr sz="5100" b="1">
                <a:solidFill>
                  <a:srgbClr val="F6F8FC"/>
                </a:solidFill>
                <a:latin typeface="Arial"/>
                <a:ea typeface="Arial"/>
                <a:cs typeface="Arial"/>
              </a:defRPr>
            </a:pPr>
            <a:r>
              <a:rPr sz="5100" b="1">
                <a:solidFill>
                  <a:srgbClr val="F6F8FC"/>
                </a:solidFill>
                <a:latin typeface="Arial"/>
                <a:ea typeface="Arial"/>
                <a:cs typeface="Arial"/>
              </a:rPr>
              <a:t>NoiseMap</a:t>
            </a:r>
          </a:p>
        </p:txBody>
      </p:sp>
      <p:sp>
        <p:nvSpPr>
          <p:cNvPr id="3" name="">
            <a:extLst xmlns:a="http://schemas.openxmlformats.org/drawingml/2006/main">
              <a:ext uri="{FF2B5EF4-FFF2-40B4-BE49-F238E27FC236}">
                <a16:creationId xmlns:a16="http://schemas.microsoft.com/office/drawing/2014/main" id="{A5EAF714-1340-4AA6-BB93-C947322F33D8}"/>
              </a:ext>
            </a:extLst>
          </p:cNvPr>
          <p:cNvSpPr>
            <a:spLocks xmlns:a="http://schemas.openxmlformats.org/drawingml/2006/main" noGrp="1"/>
          </p:cNvSpPr>
          <p:nvPr/>
        </p:nvSpPr>
        <p:spPr>
          <a:xfrm xmlns:a="http://schemas.openxmlformats.org/drawingml/2006/main">
            <a:off x="638175" y="3324225"/>
            <a:ext cx="857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55C3F2"/>
                </a:solidFill>
                <a:latin typeface="Arial"/>
                <a:ea typeface="Arial"/>
                <a:cs typeface="Arial"/>
              </a:defRPr>
            </a:defPPr>
            <a:lvl1pPr>
              <a:buNone/>
              <a:defRPr sz="2550" b="1">
                <a:solidFill>
                  <a:srgbClr val="55C3F2"/>
                </a:solidFill>
                <a:latin typeface="Arial"/>
                <a:ea typeface="Arial"/>
                <a:cs typeface="Arial"/>
              </a:defRPr>
            </a:lvl1pPr>
            <a:lvl2pPr>
              <a:buNone/>
              <a:defRPr sz="2550" b="1">
                <a:solidFill>
                  <a:srgbClr val="55C3F2"/>
                </a:solidFill>
                <a:latin typeface="Arial"/>
                <a:ea typeface="Arial"/>
                <a:cs typeface="Arial"/>
              </a:defRPr>
            </a:lvl2pPr>
            <a:lvl3pPr>
              <a:buNone/>
              <a:defRPr sz="2550" b="1">
                <a:solidFill>
                  <a:srgbClr val="55C3F2"/>
                </a:solidFill>
                <a:latin typeface="Arial"/>
                <a:ea typeface="Arial"/>
                <a:cs typeface="Arial"/>
              </a:defRPr>
            </a:lvl3pPr>
            <a:lvl4pPr>
              <a:buNone/>
              <a:defRPr sz="2550" b="1">
                <a:solidFill>
                  <a:srgbClr val="55C3F2"/>
                </a:solidFill>
                <a:latin typeface="Arial"/>
                <a:ea typeface="Arial"/>
                <a:cs typeface="Arial"/>
              </a:defRPr>
            </a:lvl4pPr>
            <a:lvl5pPr>
              <a:buNone/>
              <a:defRPr sz="2550" b="1">
                <a:solidFill>
                  <a:srgbClr val="55C3F2"/>
                </a:solidFill>
                <a:latin typeface="Arial"/>
                <a:ea typeface="Arial"/>
                <a:cs typeface="Arial"/>
              </a:defRPr>
            </a:lvl5pPr>
            <a:lvl6pPr>
              <a:buNone/>
              <a:defRPr sz="2550" b="1">
                <a:solidFill>
                  <a:srgbClr val="55C3F2"/>
                </a:solidFill>
                <a:latin typeface="Arial"/>
                <a:ea typeface="Arial"/>
                <a:cs typeface="Arial"/>
              </a:defRPr>
            </a:lvl6pPr>
            <a:lvl7pPr>
              <a:buNone/>
              <a:defRPr sz="2550" b="1">
                <a:solidFill>
                  <a:srgbClr val="55C3F2"/>
                </a:solidFill>
                <a:latin typeface="Arial"/>
                <a:ea typeface="Arial"/>
                <a:cs typeface="Arial"/>
              </a:defRPr>
            </a:lvl7pPr>
            <a:lvl8pPr>
              <a:buNone/>
              <a:defRPr sz="2550" b="1">
                <a:solidFill>
                  <a:srgbClr val="55C3F2"/>
                </a:solidFill>
                <a:latin typeface="Arial"/>
                <a:ea typeface="Arial"/>
                <a:cs typeface="Arial"/>
              </a:defRPr>
            </a:lvl8pPr>
            <a:lvl9pPr>
              <a:buNone/>
              <a:defRPr sz="2550" b="1">
                <a:solidFill>
                  <a:srgbClr val="55C3F2"/>
                </a:solidFill>
                <a:latin typeface="Arial"/>
                <a:ea typeface="Arial"/>
                <a:cs typeface="Arial"/>
              </a:defRPr>
            </a:lvl9pPr>
          </a:lstStyle>
          <a:p xmlns:a="http://schemas.openxmlformats.org/drawingml/2006/main">
            <a:pPr>
              <a:buNone/>
              <a:defRPr sz="2550" b="1">
                <a:solidFill>
                  <a:srgbClr val="55C3F2"/>
                </a:solidFill>
                <a:latin typeface="Arial"/>
                <a:ea typeface="Arial"/>
                <a:cs typeface="Arial"/>
              </a:defRPr>
            </a:pPr>
            <a:r>
              <a:rPr sz="2550" b="1">
                <a:solidFill>
                  <a:srgbClr val="55C3F2"/>
                </a:solidFill>
                <a:latin typeface="Arial"/>
                <a:ea typeface="Arial"/>
                <a:cs typeface="Arial"/>
              </a:rPr>
              <a:t>Agile project defense</a:t>
            </a:r>
          </a:p>
        </p:txBody>
      </p:sp>
      <p:sp>
        <p:nvSpPr>
          <p:cNvPr id="4" name="">
            <a:extLst xmlns:a="http://schemas.openxmlformats.org/drawingml/2006/main">
              <a:ext uri="{FF2B5EF4-FFF2-40B4-BE49-F238E27FC236}">
                <a16:creationId xmlns:a16="http://schemas.microsoft.com/office/drawing/2014/main" id="{0B4E9140-C7E9-47CA-B680-E3B3A473D77C}"/>
              </a:ext>
            </a:extLst>
          </p:cNvPr>
          <p:cNvSpPr>
            <a:spLocks xmlns:a="http://schemas.openxmlformats.org/drawingml/2006/main" noGrp="1"/>
          </p:cNvSpPr>
          <p:nvPr/>
        </p:nvSpPr>
        <p:spPr>
          <a:xfrm xmlns:a="http://schemas.openxmlformats.org/drawingml/2006/main">
            <a:off x="638175" y="405765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Project Management  /  November 13, 2026</a:t>
            </a:r>
          </a:p>
        </p:txBody>
      </p:sp>
      <p:sp>
        <p:nvSpPr>
          <p:cNvPr id="5" name="">
            <a:extLst xmlns:a="http://schemas.openxmlformats.org/drawingml/2006/main">
              <a:ext uri="{FF2B5EF4-FFF2-40B4-BE49-F238E27FC236}">
                <a16:creationId xmlns:a16="http://schemas.microsoft.com/office/drawing/2014/main" id="{B4874FD9-A696-4BF1-8BC4-C0C742F50556}"/>
              </a:ext>
            </a:extLst>
          </p:cNvPr>
          <p:cNvSpPr>
            <a:spLocks xmlns:a="http://schemas.openxmlformats.org/drawingml/2006/main" noGrp="1"/>
          </p:cNvSpPr>
          <p:nvPr/>
        </p:nvSpPr>
        <p:spPr>
          <a:xfrm xmlns:a="http://schemas.openxmlformats.org/drawingml/2006/main">
            <a:off x="638175" y="5181600"/>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00" b="0">
                <a:solidFill>
                  <a:srgbClr val="F6F8FC"/>
                </a:solidFill>
                <a:latin typeface="Arial"/>
                <a:ea typeface="Arial"/>
                <a:cs typeface="Arial"/>
              </a:defRPr>
            </a:defPPr>
            <a:lvl1pPr>
              <a:buNone/>
              <a:defRPr sz="1500" b="0">
                <a:solidFill>
                  <a:srgbClr val="F6F8FC"/>
                </a:solidFill>
                <a:latin typeface="Arial"/>
                <a:ea typeface="Arial"/>
                <a:cs typeface="Arial"/>
              </a:defRPr>
            </a:lvl1pPr>
            <a:lvl2pPr>
              <a:buNone/>
              <a:defRPr sz="1500" b="0">
                <a:solidFill>
                  <a:srgbClr val="F6F8FC"/>
                </a:solidFill>
                <a:latin typeface="Arial"/>
                <a:ea typeface="Arial"/>
                <a:cs typeface="Arial"/>
              </a:defRPr>
            </a:lvl2pPr>
            <a:lvl3pPr>
              <a:buNone/>
              <a:defRPr sz="1500" b="0">
                <a:solidFill>
                  <a:srgbClr val="F6F8FC"/>
                </a:solidFill>
                <a:latin typeface="Arial"/>
                <a:ea typeface="Arial"/>
                <a:cs typeface="Arial"/>
              </a:defRPr>
            </a:lvl3pPr>
            <a:lvl4pPr>
              <a:buNone/>
              <a:defRPr sz="1500" b="0">
                <a:solidFill>
                  <a:srgbClr val="F6F8FC"/>
                </a:solidFill>
                <a:latin typeface="Arial"/>
                <a:ea typeface="Arial"/>
                <a:cs typeface="Arial"/>
              </a:defRPr>
            </a:lvl4pPr>
            <a:lvl5pPr>
              <a:buNone/>
              <a:defRPr sz="1500" b="0">
                <a:solidFill>
                  <a:srgbClr val="F6F8FC"/>
                </a:solidFill>
                <a:latin typeface="Arial"/>
                <a:ea typeface="Arial"/>
                <a:cs typeface="Arial"/>
              </a:defRPr>
            </a:lvl5pPr>
            <a:lvl6pPr>
              <a:buNone/>
              <a:defRPr sz="1500" b="0">
                <a:solidFill>
                  <a:srgbClr val="F6F8FC"/>
                </a:solidFill>
                <a:latin typeface="Arial"/>
                <a:ea typeface="Arial"/>
                <a:cs typeface="Arial"/>
              </a:defRPr>
            </a:lvl6pPr>
            <a:lvl7pPr>
              <a:buNone/>
              <a:defRPr sz="1500" b="0">
                <a:solidFill>
                  <a:srgbClr val="F6F8FC"/>
                </a:solidFill>
                <a:latin typeface="Arial"/>
                <a:ea typeface="Arial"/>
                <a:cs typeface="Arial"/>
              </a:defRPr>
            </a:lvl7pPr>
            <a:lvl8pPr>
              <a:buNone/>
              <a:defRPr sz="1500" b="0">
                <a:solidFill>
                  <a:srgbClr val="F6F8FC"/>
                </a:solidFill>
                <a:latin typeface="Arial"/>
                <a:ea typeface="Arial"/>
                <a:cs typeface="Arial"/>
              </a:defRPr>
            </a:lvl8pPr>
            <a:lvl9pPr>
              <a:buNone/>
              <a:defRPr sz="1500" b="0">
                <a:solidFill>
                  <a:srgbClr val="F6F8FC"/>
                </a:solidFill>
                <a:latin typeface="Arial"/>
                <a:ea typeface="Arial"/>
                <a:cs typeface="Arial"/>
              </a:defRPr>
            </a:lvl9pPr>
          </a:lstStyle>
          <a:p xmlns:a="http://schemas.openxmlformats.org/drawingml/2006/main">
            <a:pPr>
              <a:buNone/>
              <a:defRPr sz="1500" b="0">
                <a:solidFill>
                  <a:srgbClr val="F6F8FC"/>
                </a:solidFill>
                <a:latin typeface="Arial"/>
                <a:ea typeface="Arial"/>
                <a:cs typeface="Arial"/>
              </a:defRPr>
            </a:pPr>
            <a:r>
              <a:rPr sz="1500" b="0">
                <a:solidFill>
                  <a:srgbClr val="F6F8FC"/>
                </a:solidFill>
                <a:latin typeface="Arial"/>
                <a:ea typeface="Arial"/>
                <a:cs typeface="Arial"/>
              </a:rPr>
              <a:t>Aldiyar Gaisa  ·  Askhat Rakhmetollayev  ·  Tamerlan Khassenov</a:t>
            </a:r>
          </a:p>
          <a:p xmlns:a="http://schemas.openxmlformats.org/drawingml/2006/main">
            <a:pPr>
              <a:buNone/>
              <a:defRPr sz="1500" b="0">
                <a:solidFill>
                  <a:srgbClr val="F6F8FC"/>
                </a:solidFill>
                <a:latin typeface="Arial"/>
                <a:ea typeface="Arial"/>
                <a:cs typeface="Arial"/>
              </a:defRPr>
            </a:pPr>
            <a:r>
              <a:rPr sz="1500" b="0">
                <a:solidFill>
                  <a:srgbClr val="F6F8FC"/>
                </a:solidFill>
                <a:latin typeface="Arial"/>
                <a:ea typeface="Arial"/>
                <a:cs typeface="Arial"/>
              </a:rPr>
              <a:t>Merey Amangeldi  ·  Asanali Yessenbekov</a:t>
            </a:r>
          </a:p>
        </p:txBody>
      </p:sp>
      <p:sp>
        <p:nvSpPr>
          <p:cNvPr id="6" name="">
            <a:extLst xmlns:a="http://schemas.openxmlformats.org/drawingml/2006/main">
              <a:ext uri="{FF2B5EF4-FFF2-40B4-BE49-F238E27FC236}">
                <a16:creationId xmlns:a16="http://schemas.microsoft.com/office/drawing/2014/main" id="{AA7885E4-7F80-4B33-8B48-795EF5E73F55}"/>
              </a:ext>
            </a:extLst>
          </p:cNvPr>
          <p:cNvSpPr>
            <a:spLocks xmlns:a="http://schemas.openxmlformats.org/drawingml/2006/main" noGrp="1"/>
          </p:cNvSpPr>
          <p:nvPr/>
        </p:nvSpPr>
        <p:spPr>
          <a:xfrm xmlns:a="http://schemas.openxmlformats.org/drawingml/2006/main">
            <a:off x="638175" y="61531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EBC77E"/>
                </a:solidFill>
                <a:latin typeface="Arial"/>
                <a:ea typeface="Arial"/>
                <a:cs typeface="Arial"/>
              </a:defRPr>
            </a:defPPr>
            <a:lvl1pPr>
              <a:buNone/>
              <a:defRPr sz="1200" b="0">
                <a:solidFill>
                  <a:srgbClr val="EBC77E"/>
                </a:solidFill>
                <a:latin typeface="Arial"/>
                <a:ea typeface="Arial"/>
                <a:cs typeface="Arial"/>
              </a:defRPr>
            </a:lvl1pPr>
            <a:lvl2pPr>
              <a:buNone/>
              <a:defRPr sz="1200" b="0">
                <a:solidFill>
                  <a:srgbClr val="EBC77E"/>
                </a:solidFill>
                <a:latin typeface="Arial"/>
                <a:ea typeface="Arial"/>
                <a:cs typeface="Arial"/>
              </a:defRPr>
            </a:lvl2pPr>
            <a:lvl3pPr>
              <a:buNone/>
              <a:defRPr sz="1200" b="0">
                <a:solidFill>
                  <a:srgbClr val="EBC77E"/>
                </a:solidFill>
                <a:latin typeface="Arial"/>
                <a:ea typeface="Arial"/>
                <a:cs typeface="Arial"/>
              </a:defRPr>
            </a:lvl3pPr>
            <a:lvl4pPr>
              <a:buNone/>
              <a:defRPr sz="1200" b="0">
                <a:solidFill>
                  <a:srgbClr val="EBC77E"/>
                </a:solidFill>
                <a:latin typeface="Arial"/>
                <a:ea typeface="Arial"/>
                <a:cs typeface="Arial"/>
              </a:defRPr>
            </a:lvl4pPr>
            <a:lvl5pPr>
              <a:buNone/>
              <a:defRPr sz="1200" b="0">
                <a:solidFill>
                  <a:srgbClr val="EBC77E"/>
                </a:solidFill>
                <a:latin typeface="Arial"/>
                <a:ea typeface="Arial"/>
                <a:cs typeface="Arial"/>
              </a:defRPr>
            </a:lvl5pPr>
            <a:lvl6pPr>
              <a:buNone/>
              <a:defRPr sz="1200" b="0">
                <a:solidFill>
                  <a:srgbClr val="EBC77E"/>
                </a:solidFill>
                <a:latin typeface="Arial"/>
                <a:ea typeface="Arial"/>
                <a:cs typeface="Arial"/>
              </a:defRPr>
            </a:lvl6pPr>
            <a:lvl7pPr>
              <a:buNone/>
              <a:defRPr sz="1200" b="0">
                <a:solidFill>
                  <a:srgbClr val="EBC77E"/>
                </a:solidFill>
                <a:latin typeface="Arial"/>
                <a:ea typeface="Arial"/>
                <a:cs typeface="Arial"/>
              </a:defRPr>
            </a:lvl7pPr>
            <a:lvl8pPr>
              <a:buNone/>
              <a:defRPr sz="1200" b="0">
                <a:solidFill>
                  <a:srgbClr val="EBC77E"/>
                </a:solidFill>
                <a:latin typeface="Arial"/>
                <a:ea typeface="Arial"/>
                <a:cs typeface="Arial"/>
              </a:defRPr>
            </a:lvl8pPr>
            <a:lvl9pPr>
              <a:buNone/>
              <a:defRPr sz="1200" b="0">
                <a:solidFill>
                  <a:srgbClr val="EBC77E"/>
                </a:solidFill>
                <a:latin typeface="Arial"/>
                <a:ea typeface="Arial"/>
                <a:cs typeface="Arial"/>
              </a:defRPr>
            </a:lvl9pPr>
          </a:lstStyle>
          <a:p xmlns:a="http://schemas.openxmlformats.org/drawingml/2006/main">
            <a:pPr>
              <a:buNone/>
              <a:defRPr sz="1200" b="0">
                <a:solidFill>
                  <a:srgbClr val="EBC77E"/>
                </a:solidFill>
                <a:latin typeface="Arial"/>
                <a:ea typeface="Arial"/>
                <a:cs typeface="Arial"/>
              </a:defRPr>
            </a:pPr>
            <a:r>
              <a:rPr sz="1200" b="0">
                <a:solidFill>
                  <a:srgbClr val="EBC77E"/>
                </a:solidFill>
                <a:latin typeface="Arial"/>
                <a:ea typeface="Arial"/>
                <a:cs typeface="Arial"/>
              </a:rPr>
              <a:t>DRAFT  /  Add real sprint results before the defense</a:t>
            </a:r>
          </a:p>
        </p:txBody>
      </p:sp>
    </p:spTree>
    <p:extLst>
      <p:ext uri="{BB962C8B-B14F-4D97-AF65-F5344CB8AC3E}">
        <p14:creationId xmlns:p14="http://schemas.microsoft.com/office/powerpoint/2010/main" val="102101273"/>
      </p:ext>
    </p:extLst>
  </p:cSld>
</p:sld>
</file>

<file path=ppt/slides/slide2.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FB9D55-2B29-47BB-8AA6-D2BACE02E4BF}"/>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B66C514B-F1A2-4F4B-875D-4EEA9CC1615F}"/>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The campus study-space problem</a:t>
            </a:r>
          </a:p>
        </p:txBody>
      </p:sp>
      <p:sp>
        <p:nvSpPr>
          <p:cNvPr id="3" name="">
            <a:extLst xmlns:a="http://schemas.openxmlformats.org/drawingml/2006/main">
              <a:ext uri="{FF2B5EF4-FFF2-40B4-BE49-F238E27FC236}">
                <a16:creationId xmlns:a16="http://schemas.microsoft.com/office/drawing/2014/main" id="{141BD18A-978E-485D-8329-FB9D19ECC5B4}"/>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92285542-3637-4594-86E8-72B941FE6E65}"/>
              </a:ext>
            </a:extLst>
          </p:cNvPr>
          <p:cNvSpPr>
            <a:spLocks xmlns:a="http://schemas.openxmlformats.org/drawingml/2006/main" noGrp="1"/>
          </p:cNvSpPr>
          <p:nvPr/>
        </p:nvSpPr>
        <p:spPr>
          <a:xfrm xmlns:a="http://schemas.openxmlformats.org/drawingml/2006/main">
            <a:off x="609600" y="1762125"/>
            <a:ext cx="9906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F6F8FC"/>
                </a:solidFill>
                <a:latin typeface="Arial"/>
                <a:ea typeface="Arial"/>
                <a:cs typeface="Arial"/>
              </a:defRPr>
            </a:defPPr>
            <a:lvl1pPr>
              <a:buNone/>
              <a:defRPr sz="2550" b="1">
                <a:solidFill>
                  <a:srgbClr val="F6F8FC"/>
                </a:solidFill>
                <a:latin typeface="Arial"/>
                <a:ea typeface="Arial"/>
                <a:cs typeface="Arial"/>
              </a:defRPr>
            </a:lvl1pPr>
            <a:lvl2pPr>
              <a:buNone/>
              <a:defRPr sz="2550" b="1">
                <a:solidFill>
                  <a:srgbClr val="F6F8FC"/>
                </a:solidFill>
                <a:latin typeface="Arial"/>
                <a:ea typeface="Arial"/>
                <a:cs typeface="Arial"/>
              </a:defRPr>
            </a:lvl2pPr>
            <a:lvl3pPr>
              <a:buNone/>
              <a:defRPr sz="2550" b="1">
                <a:solidFill>
                  <a:srgbClr val="F6F8FC"/>
                </a:solidFill>
                <a:latin typeface="Arial"/>
                <a:ea typeface="Arial"/>
                <a:cs typeface="Arial"/>
              </a:defRPr>
            </a:lvl3pPr>
            <a:lvl4pPr>
              <a:buNone/>
              <a:defRPr sz="2550" b="1">
                <a:solidFill>
                  <a:srgbClr val="F6F8FC"/>
                </a:solidFill>
                <a:latin typeface="Arial"/>
                <a:ea typeface="Arial"/>
                <a:cs typeface="Arial"/>
              </a:defRPr>
            </a:lvl4pPr>
            <a:lvl5pPr>
              <a:buNone/>
              <a:defRPr sz="2550" b="1">
                <a:solidFill>
                  <a:srgbClr val="F6F8FC"/>
                </a:solidFill>
                <a:latin typeface="Arial"/>
                <a:ea typeface="Arial"/>
                <a:cs typeface="Arial"/>
              </a:defRPr>
            </a:lvl5pPr>
            <a:lvl6pPr>
              <a:buNone/>
              <a:defRPr sz="2550" b="1">
                <a:solidFill>
                  <a:srgbClr val="F6F8FC"/>
                </a:solidFill>
                <a:latin typeface="Arial"/>
                <a:ea typeface="Arial"/>
                <a:cs typeface="Arial"/>
              </a:defRPr>
            </a:lvl6pPr>
            <a:lvl7pPr>
              <a:buNone/>
              <a:defRPr sz="2550" b="1">
                <a:solidFill>
                  <a:srgbClr val="F6F8FC"/>
                </a:solidFill>
                <a:latin typeface="Arial"/>
                <a:ea typeface="Arial"/>
                <a:cs typeface="Arial"/>
              </a:defRPr>
            </a:lvl7pPr>
            <a:lvl8pPr>
              <a:buNone/>
              <a:defRPr sz="2550" b="1">
                <a:solidFill>
                  <a:srgbClr val="F6F8FC"/>
                </a:solidFill>
                <a:latin typeface="Arial"/>
                <a:ea typeface="Arial"/>
                <a:cs typeface="Arial"/>
              </a:defRPr>
            </a:lvl8pPr>
            <a:lvl9pPr>
              <a:buNone/>
              <a:defRPr sz="2550" b="1">
                <a:solidFill>
                  <a:srgbClr val="F6F8FC"/>
                </a:solidFill>
                <a:latin typeface="Arial"/>
                <a:ea typeface="Arial"/>
                <a:cs typeface="Arial"/>
              </a:defRPr>
            </a:lvl9pPr>
          </a:lstStyle>
          <a:p xmlns:a="http://schemas.openxmlformats.org/drawingml/2006/main">
            <a:pPr>
              <a:buNone/>
              <a:defRPr sz="2550" b="1">
                <a:solidFill>
                  <a:srgbClr val="F6F8FC"/>
                </a:solidFill>
                <a:latin typeface="Arial"/>
                <a:ea typeface="Arial"/>
                <a:cs typeface="Arial"/>
              </a:defRPr>
            </a:pPr>
            <a:r>
              <a:rPr sz="2550" b="1">
                <a:solidFill>
                  <a:srgbClr val="F6F8FC"/>
                </a:solidFill>
                <a:latin typeface="Arial"/>
                <a:ea typeface="Arial"/>
                <a:cs typeface="Arial"/>
              </a:rPr>
              <a:t>Students need current information about noise and power outlets in shared study areas.</a:t>
            </a:r>
          </a:p>
        </p:txBody>
      </p:sp>
      <p:sp>
        <p:nvSpPr>
          <p:cNvPr id="5" name="">
            <a:extLst xmlns:a="http://schemas.openxmlformats.org/drawingml/2006/main">
              <a:ext uri="{FF2B5EF4-FFF2-40B4-BE49-F238E27FC236}">
                <a16:creationId xmlns:a16="http://schemas.microsoft.com/office/drawing/2014/main" id="{3E8E2ABD-2A0B-47F0-B532-A73BDBF0FBEA}"/>
              </a:ext>
            </a:extLst>
          </p:cNvPr>
          <p:cNvSpPr>
            <a:spLocks xmlns:a="http://schemas.openxmlformats.org/drawingml/2006/main" noGrp="1"/>
          </p:cNvSpPr>
          <p:nvPr/>
        </p:nvSpPr>
        <p:spPr>
          <a:xfrm xmlns:a="http://schemas.openxmlformats.org/drawingml/2006/main">
            <a:off x="609600" y="319087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Product goal</a:t>
            </a:r>
          </a:p>
        </p:txBody>
      </p:sp>
      <p:sp>
        <p:nvSpPr>
          <p:cNvPr id="6" name="">
            <a:extLst xmlns:a="http://schemas.openxmlformats.org/drawingml/2006/main">
              <a:ext uri="{FF2B5EF4-FFF2-40B4-BE49-F238E27FC236}">
                <a16:creationId xmlns:a16="http://schemas.microsoft.com/office/drawing/2014/main" id="{5E0312CD-52C6-42A1-9F85-84528F50024D}"/>
              </a:ext>
            </a:extLst>
          </p:cNvPr>
          <p:cNvSpPr>
            <a:spLocks xmlns:a="http://schemas.openxmlformats.org/drawingml/2006/main" noGrp="1"/>
          </p:cNvSpPr>
          <p:nvPr/>
        </p:nvSpPr>
        <p:spPr>
          <a:xfrm xmlns:a="http://schemas.openxmlformats.org/drawingml/2006/main">
            <a:off x="3571875" y="319087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Help a student identify a quiet zone with a reported available outlet within one minute, if one exists.</a:t>
            </a:r>
          </a:p>
        </p:txBody>
      </p:sp>
      <p:sp>
        <p:nvSpPr>
          <p:cNvPr id="7" name="">
            <a:extLst xmlns:a="http://schemas.openxmlformats.org/drawingml/2006/main">
              <a:ext uri="{FF2B5EF4-FFF2-40B4-BE49-F238E27FC236}">
                <a16:creationId xmlns:a16="http://schemas.microsoft.com/office/drawing/2014/main" id="{6FD0A8F7-C5A5-41DB-8B0F-8861EA2D4C61}"/>
              </a:ext>
            </a:extLst>
          </p:cNvPr>
          <p:cNvSpPr>
            <a:spLocks xmlns:a="http://schemas.openxmlformats.org/drawingml/2006/main" noGrp="1"/>
          </p:cNvSpPr>
          <p:nvPr/>
        </p:nvSpPr>
        <p:spPr>
          <a:xfrm xmlns:a="http://schemas.openxmlformats.org/drawingml/2006/main">
            <a:off x="609600" y="40576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Evidence status</a:t>
            </a:r>
          </a:p>
        </p:txBody>
      </p:sp>
      <p:sp>
        <p:nvSpPr>
          <p:cNvPr id="8" name="">
            <a:extLst xmlns:a="http://schemas.openxmlformats.org/drawingml/2006/main">
              <a:ext uri="{FF2B5EF4-FFF2-40B4-BE49-F238E27FC236}">
                <a16:creationId xmlns:a16="http://schemas.microsoft.com/office/drawing/2014/main" id="{C03832C4-F536-4923-95AD-92D2334065CA}"/>
              </a:ext>
            </a:extLst>
          </p:cNvPr>
          <p:cNvSpPr>
            <a:spLocks xmlns:a="http://schemas.openxmlformats.org/drawingml/2006/main" noGrp="1"/>
          </p:cNvSpPr>
          <p:nvPr/>
        </p:nvSpPr>
        <p:spPr>
          <a:xfrm xmlns:a="http://schemas.openxmlformats.org/drawingml/2006/main">
            <a:off x="3571875" y="40576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The search-time estimate and pilot targets are hypotheses. No student research or field measurements are claimed.</a:t>
            </a:r>
          </a:p>
        </p:txBody>
      </p:sp>
    </p:spTree>
    <p:extLst>
      <p:ext uri="{BB962C8B-B14F-4D97-AF65-F5344CB8AC3E}">
        <p14:creationId xmlns:p14="http://schemas.microsoft.com/office/powerpoint/2010/main" val="1560765605"/>
      </p:ext>
    </p:extLst>
  </p:cSld>
</p:sld>
</file>

<file path=ppt/slides/slide3.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DE75AD-0F24-45D0-8A30-B33B401BA8BC}"/>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0A66C9EF-CCD8-4743-B41A-0BA4D6AA6741}"/>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Prototype journey</a:t>
            </a:r>
          </a:p>
        </p:txBody>
      </p:sp>
      <p:sp>
        <p:nvSpPr>
          <p:cNvPr id="3" name="">
            <a:extLst xmlns:a="http://schemas.openxmlformats.org/drawingml/2006/main">
              <a:ext uri="{FF2B5EF4-FFF2-40B4-BE49-F238E27FC236}">
                <a16:creationId xmlns:a16="http://schemas.microsoft.com/office/drawing/2014/main" id="{1BD5C7BE-E6AD-476B-A91E-B8BC428EDF29}"/>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E8D38616-C531-4754-A042-3CEE32154188}"/>
              </a:ext>
            </a:extLst>
          </p:cNvPr>
          <p:cNvSpPr>
            <a:spLocks xmlns:a="http://schemas.openxmlformats.org/drawingml/2006/main" noGrp="1"/>
          </p:cNvSpPr>
          <p:nvPr/>
        </p:nvSpPr>
        <p:spPr>
          <a:xfrm xmlns:a="http://schemas.openxmlformats.org/drawingml/2006/main">
            <a:off x="609600" y="16192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01  Explore</a:t>
            </a:r>
          </a:p>
        </p:txBody>
      </p:sp>
      <p:sp>
        <p:nvSpPr>
          <p:cNvPr id="5" name="">
            <a:extLst xmlns:a="http://schemas.openxmlformats.org/drawingml/2006/main">
              <a:ext uri="{FF2B5EF4-FFF2-40B4-BE49-F238E27FC236}">
                <a16:creationId xmlns:a16="http://schemas.microsoft.com/office/drawing/2014/main" id="{DDAC7722-2EB8-413D-85CF-B5C4558121A2}"/>
              </a:ext>
            </a:extLst>
          </p:cNvPr>
          <p:cNvSpPr>
            <a:spLocks xmlns:a="http://schemas.openxmlformats.org/drawingml/2006/main" noGrp="1"/>
          </p:cNvSpPr>
          <p:nvPr/>
        </p:nvSpPr>
        <p:spPr>
          <a:xfrm xmlns:a="http://schemas.openxmlformats.org/drawingml/2006/main">
            <a:off x="3571875" y="16192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Open the campus floor map and compare Quiet, Moderate, Loud and Unknown.</a:t>
            </a:r>
          </a:p>
        </p:txBody>
      </p:sp>
      <p:sp>
        <p:nvSpPr>
          <p:cNvPr id="6" name="">
            <a:extLst xmlns:a="http://schemas.openxmlformats.org/drawingml/2006/main">
              <a:ext uri="{FF2B5EF4-FFF2-40B4-BE49-F238E27FC236}">
                <a16:creationId xmlns:a16="http://schemas.microsoft.com/office/drawing/2014/main" id="{0DC4BB38-C212-4C91-9AE5-4ED00E5C8277}"/>
              </a:ext>
            </a:extLst>
          </p:cNvPr>
          <p:cNvSpPr>
            <a:spLocks xmlns:a="http://schemas.openxmlformats.org/drawingml/2006/main" noGrp="1"/>
          </p:cNvSpPr>
          <p:nvPr/>
        </p:nvSpPr>
        <p:spPr>
          <a:xfrm xmlns:a="http://schemas.openxmlformats.org/drawingml/2006/main">
            <a:off x="609600" y="24860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02  Inspect</a:t>
            </a:r>
          </a:p>
        </p:txBody>
      </p:sp>
      <p:sp>
        <p:nvSpPr>
          <p:cNvPr id="7" name="">
            <a:extLst xmlns:a="http://schemas.openxmlformats.org/drawingml/2006/main">
              <a:ext uri="{FF2B5EF4-FFF2-40B4-BE49-F238E27FC236}">
                <a16:creationId xmlns:a16="http://schemas.microsoft.com/office/drawing/2014/main" id="{FA48DB4C-77D1-4E4F-8CB5-BFD7EB50A048}"/>
              </a:ext>
            </a:extLst>
          </p:cNvPr>
          <p:cNvSpPr>
            <a:spLocks xmlns:a="http://schemas.openxmlformats.org/drawingml/2006/main" noGrp="1"/>
          </p:cNvSpPr>
          <p:nvPr/>
        </p:nvSpPr>
        <p:spPr>
          <a:xfrm xmlns:a="http://schemas.openxmlformats.org/drawingml/2006/main">
            <a:off x="3571875" y="248602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View the zone, outlet availability and separate report ages.</a:t>
            </a:r>
          </a:p>
        </p:txBody>
      </p:sp>
      <p:sp>
        <p:nvSpPr>
          <p:cNvPr id="8" name="">
            <a:extLst xmlns:a="http://schemas.openxmlformats.org/drawingml/2006/main">
              <a:ext uri="{FF2B5EF4-FFF2-40B4-BE49-F238E27FC236}">
                <a16:creationId xmlns:a16="http://schemas.microsoft.com/office/drawing/2014/main" id="{18AB6664-0166-4815-87B5-0E8732E20679}"/>
              </a:ext>
            </a:extLst>
          </p:cNvPr>
          <p:cNvSpPr>
            <a:spLocks xmlns:a="http://schemas.openxmlformats.org/drawingml/2006/main" noGrp="1"/>
          </p:cNvSpPr>
          <p:nvPr/>
        </p:nvSpPr>
        <p:spPr>
          <a:xfrm xmlns:a="http://schemas.openxmlformats.org/drawingml/2006/main">
            <a:off x="609600" y="33528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03  Contribute</a:t>
            </a:r>
          </a:p>
        </p:txBody>
      </p:sp>
      <p:sp>
        <p:nvSpPr>
          <p:cNvPr id="9" name="">
            <a:extLst xmlns:a="http://schemas.openxmlformats.org/drawingml/2006/main">
              <a:ext uri="{FF2B5EF4-FFF2-40B4-BE49-F238E27FC236}">
                <a16:creationId xmlns:a16="http://schemas.microsoft.com/office/drawing/2014/main" id="{2C04E182-019B-4AAB-84B0-391D37915C13}"/>
              </a:ext>
            </a:extLst>
          </p:cNvPr>
          <p:cNvSpPr>
            <a:spLocks xmlns:a="http://schemas.openxmlformats.org/drawingml/2006/main" noGrp="1"/>
          </p:cNvSpPr>
          <p:nvPr/>
        </p:nvSpPr>
        <p:spPr>
          <a:xfrm xmlns:a="http://schemas.openxmlformats.org/drawingml/2006/main">
            <a:off x="3571875" y="335280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Submit a preset example and inspect a simulated verification state.</a:t>
            </a:r>
          </a:p>
        </p:txBody>
      </p:sp>
      <p:sp>
        <p:nvSpPr>
          <p:cNvPr id="10" name="">
            <a:extLst xmlns:a="http://schemas.openxmlformats.org/drawingml/2006/main">
              <a:ext uri="{FF2B5EF4-FFF2-40B4-BE49-F238E27FC236}">
                <a16:creationId xmlns:a16="http://schemas.microsoft.com/office/drawing/2014/main" id="{593BD2BD-8ED5-4687-ADE8-36F59BB52315}"/>
              </a:ext>
            </a:extLst>
          </p:cNvPr>
          <p:cNvSpPr>
            <a:spLocks xmlns:a="http://schemas.openxmlformats.org/drawingml/2006/main" noGrp="1"/>
          </p:cNvSpPr>
          <p:nvPr/>
        </p:nvSpPr>
        <p:spPr>
          <a:xfrm xmlns:a="http://schemas.openxmlformats.org/drawingml/2006/main">
            <a:off x="609600" y="421957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04  Review</a:t>
            </a:r>
          </a:p>
        </p:txBody>
      </p:sp>
      <p:sp>
        <p:nvSpPr>
          <p:cNvPr id="11" name="">
            <a:extLst xmlns:a="http://schemas.openxmlformats.org/drawingml/2006/main">
              <a:ext uri="{FF2B5EF4-FFF2-40B4-BE49-F238E27FC236}">
                <a16:creationId xmlns:a16="http://schemas.microsoft.com/office/drawing/2014/main" id="{3E5F2E09-50DE-4B20-AC20-DF502FE2C858}"/>
              </a:ext>
            </a:extLst>
          </p:cNvPr>
          <p:cNvSpPr>
            <a:spLocks xmlns:a="http://schemas.openxmlformats.org/drawingml/2006/main" noGrp="1"/>
          </p:cNvSpPr>
          <p:nvPr/>
        </p:nvSpPr>
        <p:spPr>
          <a:xfrm xmlns:a="http://schemas.openxmlformats.org/drawingml/2006/main">
            <a:off x="3571875" y="421957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Explore the proposed rewards and demonstration analytics.</a:t>
            </a:r>
          </a:p>
        </p:txBody>
      </p:sp>
      <p:sp>
        <p:nvSpPr>
          <p:cNvPr id="12" name="">
            <a:extLst xmlns:a="http://schemas.openxmlformats.org/drawingml/2006/main">
              <a:ext uri="{FF2B5EF4-FFF2-40B4-BE49-F238E27FC236}">
                <a16:creationId xmlns:a16="http://schemas.microsoft.com/office/drawing/2014/main" id="{0301D7C1-5035-4057-BBFC-1DE9F2BE17BE}"/>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Schematic campus layout and demonstration data throughout</a:t>
            </a:r>
          </a:p>
        </p:txBody>
      </p:sp>
    </p:spTree>
    <p:extLst>
      <p:ext uri="{BB962C8B-B14F-4D97-AF65-F5344CB8AC3E}">
        <p14:creationId xmlns:p14="http://schemas.microsoft.com/office/powerpoint/2010/main" val="1421283870"/>
      </p:ext>
    </p:extLst>
  </p:cSld>
</p:sld>
</file>

<file path=ppt/slides/slide4.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DDFEA24-1BDB-4EEA-ABDB-A13393B263D4}"/>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E62EBBEB-5F64-434F-8167-CF539FF25814}"/>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Freshness and trust</a:t>
            </a:r>
          </a:p>
        </p:txBody>
      </p:sp>
      <p:sp>
        <p:nvSpPr>
          <p:cNvPr id="3" name="">
            <a:extLst xmlns:a="http://schemas.openxmlformats.org/drawingml/2006/main">
              <a:ext uri="{FF2B5EF4-FFF2-40B4-BE49-F238E27FC236}">
                <a16:creationId xmlns:a16="http://schemas.microsoft.com/office/drawing/2014/main" id="{B54D9147-8720-41B8-B01F-83676C2C2BD4}"/>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A9FB4BB9-520F-41FC-A437-AEDDBA122712}"/>
              </a:ext>
            </a:extLst>
          </p:cNvPr>
          <p:cNvSpPr>
            <a:spLocks xmlns:a="http://schemas.openxmlformats.org/drawingml/2006/main" noGrp="1"/>
          </p:cNvSpPr>
          <p:nvPr/>
        </p:nvSpPr>
        <p:spPr>
          <a:xfrm xmlns:a="http://schemas.openxmlformats.org/drawingml/2006/main">
            <a:off x="609600" y="1762125"/>
            <a:ext cx="3619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30 min</a:t>
            </a:r>
          </a:p>
        </p:txBody>
      </p:sp>
      <p:sp>
        <p:nvSpPr>
          <p:cNvPr id="5" name="">
            <a:extLst xmlns:a="http://schemas.openxmlformats.org/drawingml/2006/main">
              <a:ext uri="{FF2B5EF4-FFF2-40B4-BE49-F238E27FC236}">
                <a16:creationId xmlns:a16="http://schemas.microsoft.com/office/drawing/2014/main" id="{DF53E310-93E1-4F6E-80D5-6BB0A95E9084}"/>
              </a:ext>
            </a:extLst>
          </p:cNvPr>
          <p:cNvSpPr>
            <a:spLocks xmlns:a="http://schemas.openxmlformats.org/drawingml/2006/main" noGrp="1"/>
          </p:cNvSpPr>
          <p:nvPr/>
        </p:nvSpPr>
        <p:spPr>
          <a:xfrm xmlns:a="http://schemas.openxmlformats.org/drawingml/2006/main">
            <a:off x="4429125" y="1819275"/>
            <a:ext cx="676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F6F8FC"/>
                </a:solidFill>
                <a:latin typeface="Arial"/>
                <a:ea typeface="Arial"/>
                <a:cs typeface="Arial"/>
              </a:defRPr>
            </a:defPPr>
            <a:lvl1pPr>
              <a:buNone/>
              <a:defRPr sz="2325" b="1">
                <a:solidFill>
                  <a:srgbClr val="F6F8FC"/>
                </a:solidFill>
                <a:latin typeface="Arial"/>
                <a:ea typeface="Arial"/>
                <a:cs typeface="Arial"/>
              </a:defRPr>
            </a:lvl1pPr>
            <a:lvl2pPr>
              <a:buNone/>
              <a:defRPr sz="2325" b="1">
                <a:solidFill>
                  <a:srgbClr val="F6F8FC"/>
                </a:solidFill>
                <a:latin typeface="Arial"/>
                <a:ea typeface="Arial"/>
                <a:cs typeface="Arial"/>
              </a:defRPr>
            </a:lvl2pPr>
            <a:lvl3pPr>
              <a:buNone/>
              <a:defRPr sz="2325" b="1">
                <a:solidFill>
                  <a:srgbClr val="F6F8FC"/>
                </a:solidFill>
                <a:latin typeface="Arial"/>
                <a:ea typeface="Arial"/>
                <a:cs typeface="Arial"/>
              </a:defRPr>
            </a:lvl3pPr>
            <a:lvl4pPr>
              <a:buNone/>
              <a:defRPr sz="2325" b="1">
                <a:solidFill>
                  <a:srgbClr val="F6F8FC"/>
                </a:solidFill>
                <a:latin typeface="Arial"/>
                <a:ea typeface="Arial"/>
                <a:cs typeface="Arial"/>
              </a:defRPr>
            </a:lvl4pPr>
            <a:lvl5pPr>
              <a:buNone/>
              <a:defRPr sz="2325" b="1">
                <a:solidFill>
                  <a:srgbClr val="F6F8FC"/>
                </a:solidFill>
                <a:latin typeface="Arial"/>
                <a:ea typeface="Arial"/>
                <a:cs typeface="Arial"/>
              </a:defRPr>
            </a:lvl5pPr>
            <a:lvl6pPr>
              <a:buNone/>
              <a:defRPr sz="2325" b="1">
                <a:solidFill>
                  <a:srgbClr val="F6F8FC"/>
                </a:solidFill>
                <a:latin typeface="Arial"/>
                <a:ea typeface="Arial"/>
                <a:cs typeface="Arial"/>
              </a:defRPr>
            </a:lvl6pPr>
            <a:lvl7pPr>
              <a:buNone/>
              <a:defRPr sz="2325" b="1">
                <a:solidFill>
                  <a:srgbClr val="F6F8FC"/>
                </a:solidFill>
                <a:latin typeface="Arial"/>
                <a:ea typeface="Arial"/>
                <a:cs typeface="Arial"/>
              </a:defRPr>
            </a:lvl7pPr>
            <a:lvl8pPr>
              <a:buNone/>
              <a:defRPr sz="2325" b="1">
                <a:solidFill>
                  <a:srgbClr val="F6F8FC"/>
                </a:solidFill>
                <a:latin typeface="Arial"/>
                <a:ea typeface="Arial"/>
                <a:cs typeface="Arial"/>
              </a:defRPr>
            </a:lvl8pPr>
            <a:lvl9pPr>
              <a:buNone/>
              <a:defRPr sz="2325" b="1">
                <a:solidFill>
                  <a:srgbClr val="F6F8FC"/>
                </a:solidFill>
                <a:latin typeface="Arial"/>
                <a:ea typeface="Arial"/>
                <a:cs typeface="Arial"/>
              </a:defRPr>
            </a:lvl9pPr>
          </a:lstStyle>
          <a:p xmlns:a="http://schemas.openxmlformats.org/drawingml/2006/main">
            <a:pPr>
              <a:buNone/>
              <a:defRPr sz="2325" b="1">
                <a:solidFill>
                  <a:srgbClr val="F6F8FC"/>
                </a:solidFill>
                <a:latin typeface="Arial"/>
                <a:ea typeface="Arial"/>
                <a:cs typeface="Arial"/>
              </a:defRPr>
            </a:pPr>
            <a:r>
              <a:rPr sz="2325" b="1">
                <a:solidFill>
                  <a:srgbClr val="F6F8FC"/>
                </a:solidFill>
                <a:latin typeface="Arial"/>
                <a:ea typeface="Arial"/>
                <a:cs typeface="Arial"/>
              </a:rPr>
              <a:t>A report becomes Unknown at the expiry boundary.</a:t>
            </a:r>
          </a:p>
        </p:txBody>
      </p:sp>
      <p:sp>
        <p:nvSpPr>
          <p:cNvPr id="6" name="">
            <a:extLst xmlns:a="http://schemas.openxmlformats.org/drawingml/2006/main">
              <a:ext uri="{FF2B5EF4-FFF2-40B4-BE49-F238E27FC236}">
                <a16:creationId xmlns:a16="http://schemas.microsoft.com/office/drawing/2014/main" id="{DDCF8717-DB6C-4099-9879-8BA2D47A6A7A}"/>
              </a:ext>
            </a:extLst>
          </p:cNvPr>
          <p:cNvSpPr>
            <a:spLocks xmlns:a="http://schemas.openxmlformats.org/drawingml/2006/main" noGrp="1"/>
          </p:cNvSpPr>
          <p:nvPr/>
        </p:nvSpPr>
        <p:spPr>
          <a:xfrm xmlns:a="http://schemas.openxmlformats.org/drawingml/2006/main">
            <a:off x="609600" y="319087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Separate clocks</a:t>
            </a:r>
          </a:p>
        </p:txBody>
      </p:sp>
      <p:sp>
        <p:nvSpPr>
          <p:cNvPr id="7" name="">
            <a:extLst xmlns:a="http://schemas.openxmlformats.org/drawingml/2006/main">
              <a:ext uri="{FF2B5EF4-FFF2-40B4-BE49-F238E27FC236}">
                <a16:creationId xmlns:a16="http://schemas.microsoft.com/office/drawing/2014/main" id="{987DB643-0596-4FCB-A52F-3BF13447665C}"/>
              </a:ext>
            </a:extLst>
          </p:cNvPr>
          <p:cNvSpPr>
            <a:spLocks xmlns:a="http://schemas.openxmlformats.org/drawingml/2006/main" noGrp="1"/>
          </p:cNvSpPr>
          <p:nvPr/>
        </p:nvSpPr>
        <p:spPr>
          <a:xfrm xmlns:a="http://schemas.openxmlformats.org/drawingml/2006/main">
            <a:off x="3571875" y="319087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Noise and outlet observations have independent timestamps and expiry.</a:t>
            </a:r>
          </a:p>
        </p:txBody>
      </p:sp>
      <p:sp>
        <p:nvSpPr>
          <p:cNvPr id="8" name="">
            <a:extLst xmlns:a="http://schemas.openxmlformats.org/drawingml/2006/main">
              <a:ext uri="{FF2B5EF4-FFF2-40B4-BE49-F238E27FC236}">
                <a16:creationId xmlns:a16="http://schemas.microsoft.com/office/drawing/2014/main" id="{4018A1F0-99CE-44CB-8A1D-1A9D5C270D70}"/>
              </a:ext>
            </a:extLst>
          </p:cNvPr>
          <p:cNvSpPr>
            <a:spLocks xmlns:a="http://schemas.openxmlformats.org/drawingml/2006/main" noGrp="1"/>
          </p:cNvSpPr>
          <p:nvPr/>
        </p:nvSpPr>
        <p:spPr>
          <a:xfrm xmlns:a="http://schemas.openxmlformats.org/drawingml/2006/main">
            <a:off x="609600" y="40576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What is simulated</a:t>
            </a:r>
          </a:p>
        </p:txBody>
      </p:sp>
      <p:sp>
        <p:nvSpPr>
          <p:cNvPr id="9" name="">
            <a:extLst xmlns:a="http://schemas.openxmlformats.org/drawingml/2006/main">
              <a:ext uri="{FF2B5EF4-FFF2-40B4-BE49-F238E27FC236}">
                <a16:creationId xmlns:a16="http://schemas.microsoft.com/office/drawing/2014/main" id="{B4C07AA7-1362-4C6D-BDC3-E8DBB9FC4C05}"/>
              </a:ext>
            </a:extLst>
          </p:cNvPr>
          <p:cNvSpPr>
            <a:spLocks xmlns:a="http://schemas.openxmlformats.org/drawingml/2006/main" noGrp="1"/>
          </p:cNvSpPr>
          <p:nvPr/>
        </p:nvSpPr>
        <p:spPr>
          <a:xfrm xmlns:a="http://schemas.openxmlformats.org/drawingml/2006/main">
            <a:off x="3571875" y="40576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Eligibility, report submission and expiration appear as design states only.</a:t>
            </a:r>
          </a:p>
        </p:txBody>
      </p:sp>
      <p:sp>
        <p:nvSpPr>
          <p:cNvPr id="10" name="">
            <a:extLst xmlns:a="http://schemas.openxmlformats.org/drawingml/2006/main">
              <a:ext uri="{FF2B5EF4-FFF2-40B4-BE49-F238E27FC236}">
                <a16:creationId xmlns:a16="http://schemas.microsoft.com/office/drawing/2014/main" id="{AF7268BD-9A34-409D-AD9E-6FFF8C2546BD}"/>
              </a:ext>
            </a:extLst>
          </p:cNvPr>
          <p:cNvSpPr>
            <a:spLocks xmlns:a="http://schemas.openxmlformats.org/drawingml/2006/main" noGrp="1"/>
          </p:cNvSpPr>
          <p:nvPr/>
        </p:nvSpPr>
        <p:spPr>
          <a:xfrm xmlns:a="http://schemas.openxmlformats.org/drawingml/2006/main">
            <a:off x="609600" y="49244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What is pending</a:t>
            </a:r>
          </a:p>
        </p:txBody>
      </p:sp>
      <p:sp>
        <p:nvSpPr>
          <p:cNvPr id="11" name="">
            <a:extLst xmlns:a="http://schemas.openxmlformats.org/drawingml/2006/main">
              <a:ext uri="{FF2B5EF4-FFF2-40B4-BE49-F238E27FC236}">
                <a16:creationId xmlns:a16="http://schemas.microsoft.com/office/drawing/2014/main" id="{3245D6F2-9E19-4044-9CF5-B154E9DE40D9}"/>
              </a:ext>
            </a:extLst>
          </p:cNvPr>
          <p:cNvSpPr>
            <a:spLocks xmlns:a="http://schemas.openxmlformats.org/drawingml/2006/main" noGrp="1"/>
          </p:cNvSpPr>
          <p:nvPr/>
        </p:nvSpPr>
        <p:spPr>
          <a:xfrm xmlns:a="http://schemas.openxmlformats.org/drawingml/2006/main">
            <a:off x="3571875" y="492442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Server enforcement, microphone privacy and production behavior remain unverified.</a:t>
            </a:r>
          </a:p>
        </p:txBody>
      </p:sp>
    </p:spTree>
    <p:extLst>
      <p:ext uri="{BB962C8B-B14F-4D97-AF65-F5344CB8AC3E}">
        <p14:creationId xmlns:p14="http://schemas.microsoft.com/office/powerpoint/2010/main" val="1688805337"/>
      </p:ext>
    </p:extLst>
  </p:cSld>
</p:sld>
</file>

<file path=ppt/slides/slide5.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1DBA9F5-956F-4888-8E6E-EA6000936E3D}"/>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434BD734-BDBC-4932-8330-7FA3740C5FE3}"/>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Product backlog and visual board</a:t>
            </a:r>
          </a:p>
        </p:txBody>
      </p:sp>
      <p:sp>
        <p:nvSpPr>
          <p:cNvPr id="3" name="">
            <a:extLst xmlns:a="http://schemas.openxmlformats.org/drawingml/2006/main">
              <a:ext uri="{FF2B5EF4-FFF2-40B4-BE49-F238E27FC236}">
                <a16:creationId xmlns:a16="http://schemas.microsoft.com/office/drawing/2014/main" id="{D3477575-1900-4FFB-A099-8618FEFCFC29}"/>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278BB7E9-D8DE-4D3D-99B3-6707976488FA}"/>
              </a:ext>
            </a:extLst>
          </p:cNvPr>
          <p:cNvSpPr>
            <a:spLocks xmlns:a="http://schemas.openxmlformats.org/drawingml/2006/main" noGrp="1"/>
          </p:cNvSpPr>
          <p:nvPr/>
        </p:nvSpPr>
        <p:spPr>
          <a:xfrm xmlns:a="http://schemas.openxmlformats.org/drawingml/2006/main">
            <a:off x="609600" y="18097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98BE792F-1293-469B-9C62-986694ACD51E}"/>
              </a:ext>
            </a:extLst>
          </p:cNvPr>
          <p:cNvSpPr>
            <a:spLocks xmlns:a="http://schemas.openxmlformats.org/drawingml/2006/main" noGrp="1"/>
          </p:cNvSpPr>
          <p:nvPr/>
        </p:nvSpPr>
        <p:spPr>
          <a:xfrm xmlns:a="http://schemas.openxmlformats.org/drawingml/2006/main">
            <a:off x="609600" y="269557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user stories</a:t>
            </a:r>
          </a:p>
        </p:txBody>
      </p:sp>
      <p:sp>
        <p:nvSpPr>
          <p:cNvPr id="6" name="">
            <a:extLst xmlns:a="http://schemas.openxmlformats.org/drawingml/2006/main">
              <a:ext uri="{FF2B5EF4-FFF2-40B4-BE49-F238E27FC236}">
                <a16:creationId xmlns:a16="http://schemas.microsoft.com/office/drawing/2014/main" id="{6F4BC994-522F-4A37-BE88-66E4591F1DEB}"/>
              </a:ext>
            </a:extLst>
          </p:cNvPr>
          <p:cNvSpPr>
            <a:spLocks xmlns:a="http://schemas.openxmlformats.org/drawingml/2006/main" noGrp="1"/>
          </p:cNvSpPr>
          <p:nvPr/>
        </p:nvSpPr>
        <p:spPr>
          <a:xfrm xmlns:a="http://schemas.openxmlformats.org/drawingml/2006/main">
            <a:off x="3143250" y="18097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63</a:t>
            </a:r>
          </a:p>
        </p:txBody>
      </p:sp>
      <p:sp>
        <p:nvSpPr>
          <p:cNvPr id="7" name="">
            <a:extLst xmlns:a="http://schemas.openxmlformats.org/drawingml/2006/main">
              <a:ext uri="{FF2B5EF4-FFF2-40B4-BE49-F238E27FC236}">
                <a16:creationId xmlns:a16="http://schemas.microsoft.com/office/drawing/2014/main" id="{FDD51996-F35F-47EB-90D3-1016C0B274ED}"/>
              </a:ext>
            </a:extLst>
          </p:cNvPr>
          <p:cNvSpPr>
            <a:spLocks xmlns:a="http://schemas.openxmlformats.org/drawingml/2006/main" noGrp="1"/>
          </p:cNvSpPr>
          <p:nvPr/>
        </p:nvSpPr>
        <p:spPr>
          <a:xfrm xmlns:a="http://schemas.openxmlformats.org/drawingml/2006/main">
            <a:off x="3143250" y="2695575"/>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planned story points</a:t>
            </a:r>
          </a:p>
        </p:txBody>
      </p:sp>
      <p:sp>
        <p:nvSpPr>
          <p:cNvPr id="8" name="">
            <a:extLst xmlns:a="http://schemas.openxmlformats.org/drawingml/2006/main">
              <a:ext uri="{FF2B5EF4-FFF2-40B4-BE49-F238E27FC236}">
                <a16:creationId xmlns:a16="http://schemas.microsoft.com/office/drawing/2014/main" id="{1C214A1A-7C81-4440-ADC7-65577044FE19}"/>
              </a:ext>
            </a:extLst>
          </p:cNvPr>
          <p:cNvSpPr>
            <a:spLocks xmlns:a="http://schemas.openxmlformats.org/drawingml/2006/main" noGrp="1"/>
          </p:cNvSpPr>
          <p:nvPr/>
        </p:nvSpPr>
        <p:spPr>
          <a:xfrm xmlns:a="http://schemas.openxmlformats.org/drawingml/2006/main">
            <a:off x="6362700" y="18097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3</a:t>
            </a:r>
          </a:p>
        </p:txBody>
      </p:sp>
      <p:sp>
        <p:nvSpPr>
          <p:cNvPr id="9" name="">
            <a:extLst xmlns:a="http://schemas.openxmlformats.org/drawingml/2006/main">
              <a:ext uri="{FF2B5EF4-FFF2-40B4-BE49-F238E27FC236}">
                <a16:creationId xmlns:a16="http://schemas.microsoft.com/office/drawing/2014/main" id="{330F4585-5F32-4628-B54D-595049D65429}"/>
              </a:ext>
            </a:extLst>
          </p:cNvPr>
          <p:cNvSpPr>
            <a:spLocks xmlns:a="http://schemas.openxmlformats.org/drawingml/2006/main" noGrp="1"/>
          </p:cNvSpPr>
          <p:nvPr/>
        </p:nvSpPr>
        <p:spPr>
          <a:xfrm xmlns:a="http://schemas.openxmlformats.org/drawingml/2006/main">
            <a:off x="6362700" y="2695575"/>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stories with work started</a:t>
            </a:r>
          </a:p>
        </p:txBody>
      </p:sp>
      <p:sp>
        <p:nvSpPr>
          <p:cNvPr id="10" name="">
            <a:extLst xmlns:a="http://schemas.openxmlformats.org/drawingml/2006/main">
              <a:ext uri="{FF2B5EF4-FFF2-40B4-BE49-F238E27FC236}">
                <a16:creationId xmlns:a16="http://schemas.microsoft.com/office/drawing/2014/main" id="{41419EB6-6098-45E8-AF76-491BB9C9CFF1}"/>
              </a:ext>
            </a:extLst>
          </p:cNvPr>
          <p:cNvSpPr>
            <a:spLocks xmlns:a="http://schemas.openxmlformats.org/drawingml/2006/main" noGrp="1"/>
          </p:cNvSpPr>
          <p:nvPr/>
        </p:nvSpPr>
        <p:spPr>
          <a:xfrm xmlns:a="http://schemas.openxmlformats.org/drawingml/2006/main">
            <a:off x="609600" y="3714750"/>
            <a:ext cx="10096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F6F8FC"/>
                </a:solidFill>
                <a:latin typeface="Arial"/>
                <a:ea typeface="Arial"/>
                <a:cs typeface="Arial"/>
              </a:defRPr>
            </a:defPPr>
            <a:lvl1pPr>
              <a:buNone/>
              <a:defRPr sz="2175" b="0">
                <a:solidFill>
                  <a:srgbClr val="F6F8FC"/>
                </a:solidFill>
                <a:latin typeface="Arial"/>
                <a:ea typeface="Arial"/>
                <a:cs typeface="Arial"/>
              </a:defRPr>
            </a:lvl1pPr>
            <a:lvl2pPr>
              <a:buNone/>
              <a:defRPr sz="2175" b="0">
                <a:solidFill>
                  <a:srgbClr val="F6F8FC"/>
                </a:solidFill>
                <a:latin typeface="Arial"/>
                <a:ea typeface="Arial"/>
                <a:cs typeface="Arial"/>
              </a:defRPr>
            </a:lvl2pPr>
            <a:lvl3pPr>
              <a:buNone/>
              <a:defRPr sz="2175" b="0">
                <a:solidFill>
                  <a:srgbClr val="F6F8FC"/>
                </a:solidFill>
                <a:latin typeface="Arial"/>
                <a:ea typeface="Arial"/>
                <a:cs typeface="Arial"/>
              </a:defRPr>
            </a:lvl3pPr>
            <a:lvl4pPr>
              <a:buNone/>
              <a:defRPr sz="2175" b="0">
                <a:solidFill>
                  <a:srgbClr val="F6F8FC"/>
                </a:solidFill>
                <a:latin typeface="Arial"/>
                <a:ea typeface="Arial"/>
                <a:cs typeface="Arial"/>
              </a:defRPr>
            </a:lvl4pPr>
            <a:lvl5pPr>
              <a:buNone/>
              <a:defRPr sz="2175" b="0">
                <a:solidFill>
                  <a:srgbClr val="F6F8FC"/>
                </a:solidFill>
                <a:latin typeface="Arial"/>
                <a:ea typeface="Arial"/>
                <a:cs typeface="Arial"/>
              </a:defRPr>
            </a:lvl5pPr>
            <a:lvl6pPr>
              <a:buNone/>
              <a:defRPr sz="2175" b="0">
                <a:solidFill>
                  <a:srgbClr val="F6F8FC"/>
                </a:solidFill>
                <a:latin typeface="Arial"/>
                <a:ea typeface="Arial"/>
                <a:cs typeface="Arial"/>
              </a:defRPr>
            </a:lvl6pPr>
            <a:lvl7pPr>
              <a:buNone/>
              <a:defRPr sz="2175" b="0">
                <a:solidFill>
                  <a:srgbClr val="F6F8FC"/>
                </a:solidFill>
                <a:latin typeface="Arial"/>
                <a:ea typeface="Arial"/>
                <a:cs typeface="Arial"/>
              </a:defRPr>
            </a:lvl7pPr>
            <a:lvl8pPr>
              <a:buNone/>
              <a:defRPr sz="2175" b="0">
                <a:solidFill>
                  <a:srgbClr val="F6F8FC"/>
                </a:solidFill>
                <a:latin typeface="Arial"/>
                <a:ea typeface="Arial"/>
                <a:cs typeface="Arial"/>
              </a:defRPr>
            </a:lvl8pPr>
            <a:lvl9pPr>
              <a:buNone/>
              <a:defRPr sz="2175" b="0">
                <a:solidFill>
                  <a:srgbClr val="F6F8FC"/>
                </a:solidFill>
                <a:latin typeface="Arial"/>
                <a:ea typeface="Arial"/>
                <a:cs typeface="Arial"/>
              </a:defRPr>
            </a:lvl9pPr>
          </a:lstStyle>
          <a:p xmlns:a="http://schemas.openxmlformats.org/drawingml/2006/main">
            <a:pPr>
              <a:buNone/>
              <a:defRPr sz="2175" b="0">
                <a:solidFill>
                  <a:srgbClr val="F6F8FC"/>
                </a:solidFill>
                <a:latin typeface="Arial"/>
                <a:ea typeface="Arial"/>
                <a:cs typeface="Arial"/>
              </a:defRPr>
            </a:pPr>
            <a:r>
              <a:rPr sz="2175" b="0">
                <a:solidFill>
                  <a:srgbClr val="F6F8FC"/>
                </a:solidFill>
                <a:latin typeface="Arial"/>
                <a:ea typeface="Arial"/>
                <a:cs typeface="Arial"/>
              </a:rPr>
              <a:t>Seven lists show the workflow. Sprint 1 remains a draft forecast awaiting team agreement.</a:t>
            </a:r>
          </a:p>
        </p:txBody>
      </p:sp>
      <p:sp>
        <p:nvSpPr>
          <p:cNvPr id="11" name="">
            <a:extLst xmlns:a="http://schemas.openxmlformats.org/drawingml/2006/main">
              <a:ext uri="{FF2B5EF4-FFF2-40B4-BE49-F238E27FC236}">
                <a16:creationId xmlns:a16="http://schemas.microsoft.com/office/drawing/2014/main" id="{0091740E-B84B-4D20-9146-997624F1E654}"/>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No story is marked Done  /  Story owners await team confirmation</a:t>
            </a:r>
          </a:p>
        </p:txBody>
      </p:sp>
    </p:spTree>
    <p:extLst>
      <p:ext uri="{BB962C8B-B14F-4D97-AF65-F5344CB8AC3E}">
        <p14:creationId xmlns:p14="http://schemas.microsoft.com/office/powerpoint/2010/main" val="111879533"/>
      </p:ext>
    </p:extLst>
  </p:cSld>
</p:sld>
</file>

<file path=ppt/slides/slide6.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59560A-0AF9-4A1F-88B2-DF25F60C6FAB}"/>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91030A9F-421F-41A1-9DC1-47E747627E99}"/>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Sprint plan and current capacity</a:t>
            </a:r>
          </a:p>
        </p:txBody>
      </p:sp>
      <p:sp>
        <p:nvSpPr>
          <p:cNvPr id="3" name="">
            <a:extLst xmlns:a="http://schemas.openxmlformats.org/drawingml/2006/main">
              <a:ext uri="{FF2B5EF4-FFF2-40B4-BE49-F238E27FC236}">
                <a16:creationId xmlns:a16="http://schemas.microsoft.com/office/drawing/2014/main" id="{945DF3B8-9AD8-4ECF-A1E8-456D0FC3E3E5}"/>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D7667FFF-D5EE-42D9-ABBF-C5CD368075AA}"/>
              </a:ext>
            </a:extLst>
          </p:cNvPr>
          <p:cNvSpPr>
            <a:spLocks xmlns:a="http://schemas.openxmlformats.org/drawingml/2006/main" noGrp="1"/>
          </p:cNvSpPr>
          <p:nvPr/>
        </p:nvSpPr>
        <p:spPr>
          <a:xfrm xmlns:a="http://schemas.openxmlformats.org/drawingml/2006/main">
            <a:off x="609600" y="16192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SPRINT 1</a:t>
            </a:r>
          </a:p>
        </p:txBody>
      </p:sp>
      <p:sp>
        <p:nvSpPr>
          <p:cNvPr id="5" name="">
            <a:extLst xmlns:a="http://schemas.openxmlformats.org/drawingml/2006/main">
              <a:ext uri="{FF2B5EF4-FFF2-40B4-BE49-F238E27FC236}">
                <a16:creationId xmlns:a16="http://schemas.microsoft.com/office/drawing/2014/main" id="{EC00DDE9-50D4-4D02-828E-8AEE8C487676}"/>
              </a:ext>
            </a:extLst>
          </p:cNvPr>
          <p:cNvSpPr>
            <a:spLocks xmlns:a="http://schemas.openxmlformats.org/drawingml/2006/main" noGrp="1"/>
          </p:cNvSpPr>
          <p:nvPr/>
        </p:nvSpPr>
        <p:spPr>
          <a:xfrm xmlns:a="http://schemas.openxmlformats.org/drawingml/2006/main">
            <a:off x="3571875" y="16192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October 23–November 12   ·   US01–US04   ·   21 SP</a:t>
            </a:r>
          </a:p>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Map, reporting and filtering</a:t>
            </a:r>
          </a:p>
        </p:txBody>
      </p:sp>
      <p:sp>
        <p:nvSpPr>
          <p:cNvPr id="6" name="">
            <a:extLst xmlns:a="http://schemas.openxmlformats.org/drawingml/2006/main">
              <a:ext uri="{FF2B5EF4-FFF2-40B4-BE49-F238E27FC236}">
                <a16:creationId xmlns:a16="http://schemas.microsoft.com/office/drawing/2014/main" id="{B9FB299A-0BFF-44DA-A1B9-83F60681B998}"/>
              </a:ext>
            </a:extLst>
          </p:cNvPr>
          <p:cNvSpPr>
            <a:spLocks xmlns:a="http://schemas.openxmlformats.org/drawingml/2006/main" noGrp="1"/>
          </p:cNvSpPr>
          <p:nvPr/>
        </p:nvSpPr>
        <p:spPr>
          <a:xfrm xmlns:a="http://schemas.openxmlformats.org/drawingml/2006/main">
            <a:off x="609600" y="24860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SPRINT 2</a:t>
            </a:r>
          </a:p>
        </p:txBody>
      </p:sp>
      <p:sp>
        <p:nvSpPr>
          <p:cNvPr id="7" name="">
            <a:extLst xmlns:a="http://schemas.openxmlformats.org/drawingml/2006/main">
              <a:ext uri="{FF2B5EF4-FFF2-40B4-BE49-F238E27FC236}">
                <a16:creationId xmlns:a16="http://schemas.microsoft.com/office/drawing/2014/main" id="{6D9CB2B0-B13E-4218-8BD6-17E6A0C0D156}"/>
              </a:ext>
            </a:extLst>
          </p:cNvPr>
          <p:cNvSpPr>
            <a:spLocks xmlns:a="http://schemas.openxmlformats.org/drawingml/2006/main" noGrp="1"/>
          </p:cNvSpPr>
          <p:nvPr/>
        </p:nvSpPr>
        <p:spPr>
          <a:xfrm xmlns:a="http://schemas.openxmlformats.org/drawingml/2006/main">
            <a:off x="3571875" y="248602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November 13–December 3   ·   US05–US08   ·   21 SP</a:t>
            </a:r>
          </a:p>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Trustworthy reports and freshness</a:t>
            </a:r>
          </a:p>
        </p:txBody>
      </p:sp>
      <p:sp>
        <p:nvSpPr>
          <p:cNvPr id="8" name="">
            <a:extLst xmlns:a="http://schemas.openxmlformats.org/drawingml/2006/main">
              <a:ext uri="{FF2B5EF4-FFF2-40B4-BE49-F238E27FC236}">
                <a16:creationId xmlns:a16="http://schemas.microsoft.com/office/drawing/2014/main" id="{EB28C62E-AEE4-4292-B8AF-B0489096A070}"/>
              </a:ext>
            </a:extLst>
          </p:cNvPr>
          <p:cNvSpPr>
            <a:spLocks xmlns:a="http://schemas.openxmlformats.org/drawingml/2006/main" noGrp="1"/>
          </p:cNvSpPr>
          <p:nvPr/>
        </p:nvSpPr>
        <p:spPr>
          <a:xfrm xmlns:a="http://schemas.openxmlformats.org/drawingml/2006/main">
            <a:off x="609600" y="33528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SPRINT 3</a:t>
            </a:r>
          </a:p>
        </p:txBody>
      </p:sp>
      <p:sp>
        <p:nvSpPr>
          <p:cNvPr id="9" name="">
            <a:extLst xmlns:a="http://schemas.openxmlformats.org/drawingml/2006/main">
              <a:ext uri="{FF2B5EF4-FFF2-40B4-BE49-F238E27FC236}">
                <a16:creationId xmlns:a16="http://schemas.microsoft.com/office/drawing/2014/main" id="{0831FBE9-873D-4EF8-95E6-73419BBD3920}"/>
              </a:ext>
            </a:extLst>
          </p:cNvPr>
          <p:cNvSpPr>
            <a:spLocks xmlns:a="http://schemas.openxmlformats.org/drawingml/2006/main" noGrp="1"/>
          </p:cNvSpPr>
          <p:nvPr/>
        </p:nvSpPr>
        <p:spPr>
          <a:xfrm xmlns:a="http://schemas.openxmlformats.org/drawingml/2006/main">
            <a:off x="3571875" y="335280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December 4–24   ·   US09–US12   ·   21 SP</a:t>
            </a:r>
          </a:p>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Rewards, campus insights and release</a:t>
            </a:r>
          </a:p>
        </p:txBody>
      </p:sp>
      <p:sp>
        <p:nvSpPr>
          <p:cNvPr id="10" name="">
            <a:extLst xmlns:a="http://schemas.openxmlformats.org/drawingml/2006/main">
              <a:ext uri="{FF2B5EF4-FFF2-40B4-BE49-F238E27FC236}">
                <a16:creationId xmlns:a16="http://schemas.microsoft.com/office/drawing/2014/main" id="{558C5095-FA03-4DE5-830C-20537D94D676}"/>
              </a:ext>
            </a:extLst>
          </p:cNvPr>
          <p:cNvSpPr>
            <a:spLocks xmlns:a="http://schemas.openxmlformats.org/drawingml/2006/main" noGrp="1"/>
          </p:cNvSpPr>
          <p:nvPr/>
        </p:nvSpPr>
        <p:spPr>
          <a:xfrm xmlns:a="http://schemas.openxmlformats.org/drawingml/2006/main">
            <a:off x="609600" y="5010150"/>
            <a:ext cx="10382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1">
                <a:solidFill>
                  <a:srgbClr val="EBC77E"/>
                </a:solidFill>
                <a:latin typeface="Arial"/>
                <a:ea typeface="Arial"/>
                <a:cs typeface="Arial"/>
              </a:defRPr>
            </a:defPPr>
            <a:lvl1pPr>
              <a:buNone/>
              <a:defRPr sz="1800" b="1">
                <a:solidFill>
                  <a:srgbClr val="EBC77E"/>
                </a:solidFill>
                <a:latin typeface="Arial"/>
                <a:ea typeface="Arial"/>
                <a:cs typeface="Arial"/>
              </a:defRPr>
            </a:lvl1pPr>
            <a:lvl2pPr>
              <a:buNone/>
              <a:defRPr sz="1800" b="1">
                <a:solidFill>
                  <a:srgbClr val="EBC77E"/>
                </a:solidFill>
                <a:latin typeface="Arial"/>
                <a:ea typeface="Arial"/>
                <a:cs typeface="Arial"/>
              </a:defRPr>
            </a:lvl2pPr>
            <a:lvl3pPr>
              <a:buNone/>
              <a:defRPr sz="1800" b="1">
                <a:solidFill>
                  <a:srgbClr val="EBC77E"/>
                </a:solidFill>
                <a:latin typeface="Arial"/>
                <a:ea typeface="Arial"/>
                <a:cs typeface="Arial"/>
              </a:defRPr>
            </a:lvl3pPr>
            <a:lvl4pPr>
              <a:buNone/>
              <a:defRPr sz="1800" b="1">
                <a:solidFill>
                  <a:srgbClr val="EBC77E"/>
                </a:solidFill>
                <a:latin typeface="Arial"/>
                <a:ea typeface="Arial"/>
                <a:cs typeface="Arial"/>
              </a:defRPr>
            </a:lvl4pPr>
            <a:lvl5pPr>
              <a:buNone/>
              <a:defRPr sz="1800" b="1">
                <a:solidFill>
                  <a:srgbClr val="EBC77E"/>
                </a:solidFill>
                <a:latin typeface="Arial"/>
                <a:ea typeface="Arial"/>
                <a:cs typeface="Arial"/>
              </a:defRPr>
            </a:lvl5pPr>
            <a:lvl6pPr>
              <a:buNone/>
              <a:defRPr sz="1800" b="1">
                <a:solidFill>
                  <a:srgbClr val="EBC77E"/>
                </a:solidFill>
                <a:latin typeface="Arial"/>
                <a:ea typeface="Arial"/>
                <a:cs typeface="Arial"/>
              </a:defRPr>
            </a:lvl6pPr>
            <a:lvl7pPr>
              <a:buNone/>
              <a:defRPr sz="1800" b="1">
                <a:solidFill>
                  <a:srgbClr val="EBC77E"/>
                </a:solidFill>
                <a:latin typeface="Arial"/>
                <a:ea typeface="Arial"/>
                <a:cs typeface="Arial"/>
              </a:defRPr>
            </a:lvl7pPr>
            <a:lvl8pPr>
              <a:buNone/>
              <a:defRPr sz="1800" b="1">
                <a:solidFill>
                  <a:srgbClr val="EBC77E"/>
                </a:solidFill>
                <a:latin typeface="Arial"/>
                <a:ea typeface="Arial"/>
                <a:cs typeface="Arial"/>
              </a:defRPr>
            </a:lvl8pPr>
            <a:lvl9pPr>
              <a:buNone/>
              <a:defRPr sz="1800" b="1">
                <a:solidFill>
                  <a:srgbClr val="EBC77E"/>
                </a:solidFill>
                <a:latin typeface="Arial"/>
                <a:ea typeface="Arial"/>
                <a:cs typeface="Arial"/>
              </a:defRPr>
            </a:lvl9pPr>
          </a:lstStyle>
          <a:p xmlns:a="http://schemas.openxmlformats.org/drawingml/2006/main">
            <a:pPr>
              <a:buNone/>
              <a:defRPr sz="1800" b="1">
                <a:solidFill>
                  <a:srgbClr val="EBC77E"/>
                </a:solidFill>
                <a:latin typeface="Arial"/>
                <a:ea typeface="Arial"/>
                <a:cs typeface="Arial"/>
              </a:defRPr>
            </a:pPr>
            <a:r>
              <a:rPr sz="1800" b="1">
                <a:solidFill>
                  <a:srgbClr val="EBC77E"/>
                </a:solidFill>
                <a:latin typeface="Arial"/>
                <a:ea typeface="Arial"/>
                <a:cs typeface="Arial"/>
              </a:rPr>
              <a:t>Defense: November 13. The team must confirm its forecast.</a:t>
            </a:r>
          </a:p>
        </p:txBody>
      </p:sp>
      <p:sp>
        <p:nvSpPr>
          <p:cNvPr id="11" name="">
            <a:extLst xmlns:a="http://schemas.openxmlformats.org/drawingml/2006/main">
              <a:ext uri="{FF2B5EF4-FFF2-40B4-BE49-F238E27FC236}">
                <a16:creationId xmlns:a16="http://schemas.microsoft.com/office/drawing/2014/main" id="{B0A170C7-F2B5-4E1E-B1A9-90927A966098}"/>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Planning assumption: 5 people × 8 hours/week × 9 weeks = 360 hours</a:t>
            </a:r>
          </a:p>
        </p:txBody>
      </p:sp>
    </p:spTree>
    <p:extLst>
      <p:ext uri="{BB962C8B-B14F-4D97-AF65-F5344CB8AC3E}">
        <p14:creationId xmlns:p14="http://schemas.microsoft.com/office/powerpoint/2010/main" val="403136499"/>
      </p:ext>
    </p:extLst>
  </p:cSld>
</p:sld>
</file>

<file path=ppt/slides/slide7.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1B62955-5660-4225-AB99-BAE435DF4B08}"/>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4B20320D-0185-4FAE-8C5F-EA5630BC079A}"/>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Prototype views and limitations</a:t>
            </a:r>
          </a:p>
        </p:txBody>
      </p:sp>
      <p:sp>
        <p:nvSpPr>
          <p:cNvPr id="3" name="">
            <a:extLst xmlns:a="http://schemas.openxmlformats.org/drawingml/2006/main">
              <a:ext uri="{FF2B5EF4-FFF2-40B4-BE49-F238E27FC236}">
                <a16:creationId xmlns:a16="http://schemas.microsoft.com/office/drawing/2014/main" id="{DBA12719-AB98-4FBE-B9CB-372BF1741A79}"/>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C6575AF6-7A40-42FF-BF71-1061E3D52E43}"/>
              </a:ext>
            </a:extLst>
          </p:cNvPr>
          <p:cNvSpPr>
            <a:spLocks xmlns:a="http://schemas.openxmlformats.org/drawingml/2006/main" noGrp="1"/>
          </p:cNvSpPr>
          <p:nvPr/>
        </p:nvSpPr>
        <p:spPr>
          <a:xfrm xmlns:a="http://schemas.openxmlformats.org/drawingml/2006/main">
            <a:off x="609600" y="1714500"/>
            <a:ext cx="161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0FF38EC5-ACB4-4738-8F49-7476EF5B7599}"/>
              </a:ext>
            </a:extLst>
          </p:cNvPr>
          <p:cNvSpPr>
            <a:spLocks xmlns:a="http://schemas.openxmlformats.org/drawingml/2006/main" noGrp="1"/>
          </p:cNvSpPr>
          <p:nvPr/>
        </p:nvSpPr>
        <p:spPr>
          <a:xfrm xmlns:a="http://schemas.openxmlformats.org/drawingml/2006/main">
            <a:off x="609600" y="27241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requested screen types</a:t>
            </a:r>
          </a:p>
        </p:txBody>
      </p:sp>
      <p:sp>
        <p:nvSpPr>
          <p:cNvPr id="6" name="">
            <a:extLst xmlns:a="http://schemas.openxmlformats.org/drawingml/2006/main">
              <a:ext uri="{FF2B5EF4-FFF2-40B4-BE49-F238E27FC236}">
                <a16:creationId xmlns:a16="http://schemas.microsoft.com/office/drawing/2014/main" id="{CB8373D1-9230-41FB-9878-04AF51B01964}"/>
              </a:ext>
            </a:extLst>
          </p:cNvPr>
          <p:cNvSpPr>
            <a:spLocks xmlns:a="http://schemas.openxmlformats.org/drawingml/2006/main" noGrp="1"/>
          </p:cNvSpPr>
          <p:nvPr/>
        </p:nvSpPr>
        <p:spPr>
          <a:xfrm xmlns:a="http://schemas.openxmlformats.org/drawingml/2006/main">
            <a:off x="4191000" y="1714500"/>
            <a:ext cx="161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26</a:t>
            </a:r>
          </a:p>
        </p:txBody>
      </p:sp>
      <p:sp>
        <p:nvSpPr>
          <p:cNvPr id="7" name="">
            <a:extLst xmlns:a="http://schemas.openxmlformats.org/drawingml/2006/main">
              <a:ext uri="{FF2B5EF4-FFF2-40B4-BE49-F238E27FC236}">
                <a16:creationId xmlns:a16="http://schemas.microsoft.com/office/drawing/2014/main" id="{F30807FF-34CC-4C5D-A215-FF31A4169EE4}"/>
              </a:ext>
            </a:extLst>
          </p:cNvPr>
          <p:cNvSpPr>
            <a:spLocks xmlns:a="http://schemas.openxmlformats.org/drawingml/2006/main" noGrp="1"/>
          </p:cNvSpPr>
          <p:nvPr/>
        </p:nvSpPr>
        <p:spPr>
          <a:xfrm xmlns:a="http://schemas.openxmlformats.org/drawingml/2006/main">
            <a:off x="4191000" y="27241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editable frames</a:t>
            </a:r>
          </a:p>
        </p:txBody>
      </p:sp>
      <p:sp>
        <p:nvSpPr>
          <p:cNvPr id="8" name="">
            <a:extLst xmlns:a="http://schemas.openxmlformats.org/drawingml/2006/main">
              <a:ext uri="{FF2B5EF4-FFF2-40B4-BE49-F238E27FC236}">
                <a16:creationId xmlns:a16="http://schemas.microsoft.com/office/drawing/2014/main" id="{73E3E4A6-16F3-4EF3-800A-276243DD94A2}"/>
              </a:ext>
            </a:extLst>
          </p:cNvPr>
          <p:cNvSpPr>
            <a:spLocks xmlns:a="http://schemas.openxmlformats.org/drawingml/2006/main" noGrp="1"/>
          </p:cNvSpPr>
          <p:nvPr/>
        </p:nvSpPr>
        <p:spPr>
          <a:xfrm xmlns:a="http://schemas.openxmlformats.org/drawingml/2006/main">
            <a:off x="7667625" y="17145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55C3F2"/>
                </a:solidFill>
                <a:latin typeface="Arial"/>
                <a:ea typeface="Arial"/>
                <a:cs typeface="Arial"/>
              </a:defRPr>
            </a:defPPr>
            <a:lvl1pPr>
              <a:buNone/>
              <a:defRPr sz="5850" b="1">
                <a:solidFill>
                  <a:srgbClr val="55C3F2"/>
                </a:solidFill>
                <a:latin typeface="Arial"/>
                <a:ea typeface="Arial"/>
                <a:cs typeface="Arial"/>
              </a:defRPr>
            </a:lvl1pPr>
            <a:lvl2pPr>
              <a:buNone/>
              <a:defRPr sz="5850" b="1">
                <a:solidFill>
                  <a:srgbClr val="55C3F2"/>
                </a:solidFill>
                <a:latin typeface="Arial"/>
                <a:ea typeface="Arial"/>
                <a:cs typeface="Arial"/>
              </a:defRPr>
            </a:lvl2pPr>
            <a:lvl3pPr>
              <a:buNone/>
              <a:defRPr sz="5850" b="1">
                <a:solidFill>
                  <a:srgbClr val="55C3F2"/>
                </a:solidFill>
                <a:latin typeface="Arial"/>
                <a:ea typeface="Arial"/>
                <a:cs typeface="Arial"/>
              </a:defRPr>
            </a:lvl3pPr>
            <a:lvl4pPr>
              <a:buNone/>
              <a:defRPr sz="5850" b="1">
                <a:solidFill>
                  <a:srgbClr val="55C3F2"/>
                </a:solidFill>
                <a:latin typeface="Arial"/>
                <a:ea typeface="Arial"/>
                <a:cs typeface="Arial"/>
              </a:defRPr>
            </a:lvl4pPr>
            <a:lvl5pPr>
              <a:buNone/>
              <a:defRPr sz="5850" b="1">
                <a:solidFill>
                  <a:srgbClr val="55C3F2"/>
                </a:solidFill>
                <a:latin typeface="Arial"/>
                <a:ea typeface="Arial"/>
                <a:cs typeface="Arial"/>
              </a:defRPr>
            </a:lvl5pPr>
            <a:lvl6pPr>
              <a:buNone/>
              <a:defRPr sz="5850" b="1">
                <a:solidFill>
                  <a:srgbClr val="55C3F2"/>
                </a:solidFill>
                <a:latin typeface="Arial"/>
                <a:ea typeface="Arial"/>
                <a:cs typeface="Arial"/>
              </a:defRPr>
            </a:lvl6pPr>
            <a:lvl7pPr>
              <a:buNone/>
              <a:defRPr sz="5850" b="1">
                <a:solidFill>
                  <a:srgbClr val="55C3F2"/>
                </a:solidFill>
                <a:latin typeface="Arial"/>
                <a:ea typeface="Arial"/>
                <a:cs typeface="Arial"/>
              </a:defRPr>
            </a:lvl7pPr>
            <a:lvl8pPr>
              <a:buNone/>
              <a:defRPr sz="5850" b="1">
                <a:solidFill>
                  <a:srgbClr val="55C3F2"/>
                </a:solidFill>
                <a:latin typeface="Arial"/>
                <a:ea typeface="Arial"/>
                <a:cs typeface="Arial"/>
              </a:defRPr>
            </a:lvl8pPr>
            <a:lvl9pPr>
              <a:buNone/>
              <a:defRPr sz="5850" b="1">
                <a:solidFill>
                  <a:srgbClr val="55C3F2"/>
                </a:solidFill>
                <a:latin typeface="Arial"/>
                <a:ea typeface="Arial"/>
                <a:cs typeface="Arial"/>
              </a:defRPr>
            </a:lvl9pPr>
          </a:lstStyle>
          <a:p xmlns:a="http://schemas.openxmlformats.org/drawingml/2006/main">
            <a:pPr>
              <a:buNone/>
              <a:defRPr sz="5850" b="1">
                <a:solidFill>
                  <a:srgbClr val="55C3F2"/>
                </a:solidFill>
                <a:latin typeface="Arial"/>
                <a:ea typeface="Arial"/>
                <a:cs typeface="Arial"/>
              </a:defRPr>
            </a:pPr>
            <a:r>
              <a:rPr sz="5850" b="1">
                <a:solidFill>
                  <a:srgbClr val="55C3F2"/>
                </a:solidFill>
                <a:latin typeface="Arial"/>
                <a:ea typeface="Arial"/>
                <a:cs typeface="Arial"/>
              </a:rPr>
              <a:t>174</a:t>
            </a:r>
          </a:p>
        </p:txBody>
      </p:sp>
      <p:sp>
        <p:nvSpPr>
          <p:cNvPr id="9" name="">
            <a:extLst xmlns:a="http://schemas.openxmlformats.org/drawingml/2006/main">
              <a:ext uri="{FF2B5EF4-FFF2-40B4-BE49-F238E27FC236}">
                <a16:creationId xmlns:a16="http://schemas.microsoft.com/office/drawing/2014/main" id="{3038F5FC-D044-4A38-9999-CA5069A078B7}"/>
              </a:ext>
            </a:extLst>
          </p:cNvPr>
          <p:cNvSpPr>
            <a:spLocks xmlns:a="http://schemas.openxmlformats.org/drawingml/2006/main" noGrp="1"/>
          </p:cNvSpPr>
          <p:nvPr/>
        </p:nvSpPr>
        <p:spPr>
          <a:xfrm xmlns:a="http://schemas.openxmlformats.org/drawingml/2006/main">
            <a:off x="7667625" y="27241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B3C3D7"/>
                </a:solidFill>
                <a:latin typeface="Arial"/>
                <a:ea typeface="Arial"/>
                <a:cs typeface="Arial"/>
              </a:defRPr>
            </a:defPPr>
            <a:lvl1pPr>
              <a:buNone/>
              <a:defRPr sz="1725" b="0">
                <a:solidFill>
                  <a:srgbClr val="B3C3D7"/>
                </a:solidFill>
                <a:latin typeface="Arial"/>
                <a:ea typeface="Arial"/>
                <a:cs typeface="Arial"/>
              </a:defRPr>
            </a:lvl1pPr>
            <a:lvl2pPr>
              <a:buNone/>
              <a:defRPr sz="1725" b="0">
                <a:solidFill>
                  <a:srgbClr val="B3C3D7"/>
                </a:solidFill>
                <a:latin typeface="Arial"/>
                <a:ea typeface="Arial"/>
                <a:cs typeface="Arial"/>
              </a:defRPr>
            </a:lvl2pPr>
            <a:lvl3pPr>
              <a:buNone/>
              <a:defRPr sz="1725" b="0">
                <a:solidFill>
                  <a:srgbClr val="B3C3D7"/>
                </a:solidFill>
                <a:latin typeface="Arial"/>
                <a:ea typeface="Arial"/>
                <a:cs typeface="Arial"/>
              </a:defRPr>
            </a:lvl3pPr>
            <a:lvl4pPr>
              <a:buNone/>
              <a:defRPr sz="1725" b="0">
                <a:solidFill>
                  <a:srgbClr val="B3C3D7"/>
                </a:solidFill>
                <a:latin typeface="Arial"/>
                <a:ea typeface="Arial"/>
                <a:cs typeface="Arial"/>
              </a:defRPr>
            </a:lvl4pPr>
            <a:lvl5pPr>
              <a:buNone/>
              <a:defRPr sz="1725" b="0">
                <a:solidFill>
                  <a:srgbClr val="B3C3D7"/>
                </a:solidFill>
                <a:latin typeface="Arial"/>
                <a:ea typeface="Arial"/>
                <a:cs typeface="Arial"/>
              </a:defRPr>
            </a:lvl5pPr>
            <a:lvl6pPr>
              <a:buNone/>
              <a:defRPr sz="1725" b="0">
                <a:solidFill>
                  <a:srgbClr val="B3C3D7"/>
                </a:solidFill>
                <a:latin typeface="Arial"/>
                <a:ea typeface="Arial"/>
                <a:cs typeface="Arial"/>
              </a:defRPr>
            </a:lvl6pPr>
            <a:lvl7pPr>
              <a:buNone/>
              <a:defRPr sz="1725" b="0">
                <a:solidFill>
                  <a:srgbClr val="B3C3D7"/>
                </a:solidFill>
                <a:latin typeface="Arial"/>
                <a:ea typeface="Arial"/>
                <a:cs typeface="Arial"/>
              </a:defRPr>
            </a:lvl7pPr>
            <a:lvl8pPr>
              <a:buNone/>
              <a:defRPr sz="1725" b="0">
                <a:solidFill>
                  <a:srgbClr val="B3C3D7"/>
                </a:solidFill>
                <a:latin typeface="Arial"/>
                <a:ea typeface="Arial"/>
                <a:cs typeface="Arial"/>
              </a:defRPr>
            </a:lvl8pPr>
            <a:lvl9pPr>
              <a:buNone/>
              <a:defRPr sz="1725" b="0">
                <a:solidFill>
                  <a:srgbClr val="B3C3D7"/>
                </a:solidFill>
                <a:latin typeface="Arial"/>
                <a:ea typeface="Arial"/>
                <a:cs typeface="Arial"/>
              </a:defRPr>
            </a:lvl9pPr>
          </a:lstStyle>
          <a:p xmlns:a="http://schemas.openxmlformats.org/drawingml/2006/main">
            <a:pPr>
              <a:buNone/>
              <a:defRPr sz="1725" b="0">
                <a:solidFill>
                  <a:srgbClr val="B3C3D7"/>
                </a:solidFill>
                <a:latin typeface="Arial"/>
                <a:ea typeface="Arial"/>
                <a:cs typeface="Arial"/>
              </a:defRPr>
            </a:pPr>
            <a:r>
              <a:rPr sz="1725" b="0">
                <a:solidFill>
                  <a:srgbClr val="B3C3D7"/>
                </a:solidFill>
                <a:latin typeface="Arial"/>
                <a:ea typeface="Arial"/>
                <a:cs typeface="Arial"/>
              </a:rPr>
              <a:t>navigation links</a:t>
            </a:r>
          </a:p>
        </p:txBody>
      </p:sp>
      <p:sp>
        <p:nvSpPr>
          <p:cNvPr id="10" name="">
            <a:extLst xmlns:a="http://schemas.openxmlformats.org/drawingml/2006/main">
              <a:ext uri="{FF2B5EF4-FFF2-40B4-BE49-F238E27FC236}">
                <a16:creationId xmlns:a16="http://schemas.microsoft.com/office/drawing/2014/main" id="{690EA97F-E489-42A3-A9C7-E514307774F4}"/>
              </a:ext>
            </a:extLst>
          </p:cNvPr>
          <p:cNvSpPr>
            <a:spLocks xmlns:a="http://schemas.openxmlformats.org/drawingml/2006/main" noGrp="1"/>
          </p:cNvSpPr>
          <p:nvPr/>
        </p:nvSpPr>
        <p:spPr>
          <a:xfrm xmlns:a="http://schemas.openxmlformats.org/drawingml/2006/main">
            <a:off x="609600" y="3695700"/>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F6F8FC"/>
                </a:solidFill>
                <a:latin typeface="Arial"/>
                <a:ea typeface="Arial"/>
                <a:cs typeface="Arial"/>
              </a:defRPr>
            </a:defPPr>
            <a:lvl1pPr>
              <a:buNone/>
              <a:defRPr sz="2175" b="1">
                <a:solidFill>
                  <a:srgbClr val="F6F8FC"/>
                </a:solidFill>
                <a:latin typeface="Arial"/>
                <a:ea typeface="Arial"/>
                <a:cs typeface="Arial"/>
              </a:defRPr>
            </a:lvl1pPr>
            <a:lvl2pPr>
              <a:buNone/>
              <a:defRPr sz="2175" b="1">
                <a:solidFill>
                  <a:srgbClr val="F6F8FC"/>
                </a:solidFill>
                <a:latin typeface="Arial"/>
                <a:ea typeface="Arial"/>
                <a:cs typeface="Arial"/>
              </a:defRPr>
            </a:lvl2pPr>
            <a:lvl3pPr>
              <a:buNone/>
              <a:defRPr sz="2175" b="1">
                <a:solidFill>
                  <a:srgbClr val="F6F8FC"/>
                </a:solidFill>
                <a:latin typeface="Arial"/>
                <a:ea typeface="Arial"/>
                <a:cs typeface="Arial"/>
              </a:defRPr>
            </a:lvl3pPr>
            <a:lvl4pPr>
              <a:buNone/>
              <a:defRPr sz="2175" b="1">
                <a:solidFill>
                  <a:srgbClr val="F6F8FC"/>
                </a:solidFill>
                <a:latin typeface="Arial"/>
                <a:ea typeface="Arial"/>
                <a:cs typeface="Arial"/>
              </a:defRPr>
            </a:lvl4pPr>
            <a:lvl5pPr>
              <a:buNone/>
              <a:defRPr sz="2175" b="1">
                <a:solidFill>
                  <a:srgbClr val="F6F8FC"/>
                </a:solidFill>
                <a:latin typeface="Arial"/>
                <a:ea typeface="Arial"/>
                <a:cs typeface="Arial"/>
              </a:defRPr>
            </a:lvl5pPr>
            <a:lvl6pPr>
              <a:buNone/>
              <a:defRPr sz="2175" b="1">
                <a:solidFill>
                  <a:srgbClr val="F6F8FC"/>
                </a:solidFill>
                <a:latin typeface="Arial"/>
                <a:ea typeface="Arial"/>
                <a:cs typeface="Arial"/>
              </a:defRPr>
            </a:lvl6pPr>
            <a:lvl7pPr>
              <a:buNone/>
              <a:defRPr sz="2175" b="1">
                <a:solidFill>
                  <a:srgbClr val="F6F8FC"/>
                </a:solidFill>
                <a:latin typeface="Arial"/>
                <a:ea typeface="Arial"/>
                <a:cs typeface="Arial"/>
              </a:defRPr>
            </a:lvl7pPr>
            <a:lvl8pPr>
              <a:buNone/>
              <a:defRPr sz="2175" b="1">
                <a:solidFill>
                  <a:srgbClr val="F6F8FC"/>
                </a:solidFill>
                <a:latin typeface="Arial"/>
                <a:ea typeface="Arial"/>
                <a:cs typeface="Arial"/>
              </a:defRPr>
            </a:lvl8pPr>
            <a:lvl9pPr>
              <a:buNone/>
              <a:defRPr sz="2175" b="1">
                <a:solidFill>
                  <a:srgbClr val="F6F8FC"/>
                </a:solidFill>
                <a:latin typeface="Arial"/>
                <a:ea typeface="Arial"/>
                <a:cs typeface="Arial"/>
              </a:defRPr>
            </a:lvl9pPr>
          </a:lstStyle>
          <a:p xmlns:a="http://schemas.openxmlformats.org/drawingml/2006/main">
            <a:pPr>
              <a:buNone/>
              <a:defRPr sz="2175" b="1">
                <a:solidFill>
                  <a:srgbClr val="F6F8FC"/>
                </a:solidFill>
                <a:latin typeface="Arial"/>
                <a:ea typeface="Arial"/>
                <a:cs typeface="Arial"/>
              </a:defRPr>
            </a:pPr>
            <a:r>
              <a:rPr sz="2175" b="1">
                <a:solidFill>
                  <a:srgbClr val="F6F8FC"/>
                </a:solidFill>
                <a:latin typeface="Arial"/>
                <a:ea typeface="Arial"/>
                <a:cs typeface="Arial"/>
              </a:rPr>
              <a:t>Rewards are simulated and subject to university approval. Campus analytics use demonstration data.</a:t>
            </a:r>
          </a:p>
        </p:txBody>
      </p:sp>
      <p:sp>
        <p:nvSpPr>
          <p:cNvPr id="11" name="">
            <a:extLst xmlns:a="http://schemas.openxmlformats.org/drawingml/2006/main">
              <a:ext uri="{FF2B5EF4-FFF2-40B4-BE49-F238E27FC236}">
                <a16:creationId xmlns:a16="http://schemas.microsoft.com/office/drawing/2014/main" id="{5FA70EE6-C7B2-4F51-92D6-81B013284D0A}"/>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Figma shows 30-minute expiry. Present-mode review is pending.</a:t>
            </a:r>
          </a:p>
        </p:txBody>
      </p:sp>
    </p:spTree>
    <p:extLst>
      <p:ext uri="{BB962C8B-B14F-4D97-AF65-F5344CB8AC3E}">
        <p14:creationId xmlns:p14="http://schemas.microsoft.com/office/powerpoint/2010/main" val="1356417180"/>
      </p:ext>
    </p:extLst>
  </p:cSld>
</p:sld>
</file>

<file path=ppt/slides/slide8.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860FA35-21CB-45E9-9CB5-2665C9F816AB}"/>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9310EE53-2535-4D3B-BF64-3881582CC765}"/>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Team roles and working agreements</a:t>
            </a:r>
          </a:p>
        </p:txBody>
      </p:sp>
      <p:sp>
        <p:nvSpPr>
          <p:cNvPr id="3" name="">
            <a:extLst xmlns:a="http://schemas.openxmlformats.org/drawingml/2006/main">
              <a:ext uri="{FF2B5EF4-FFF2-40B4-BE49-F238E27FC236}">
                <a16:creationId xmlns:a16="http://schemas.microsoft.com/office/drawing/2014/main" id="{EFD58888-7602-4CFF-AD29-A4CBF6766891}"/>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22F4C434-EA4C-4ACE-8908-E193CC77390B}"/>
              </a:ext>
            </a:extLst>
          </p:cNvPr>
          <p:cNvSpPr>
            <a:spLocks xmlns:a="http://schemas.openxmlformats.org/drawingml/2006/main" noGrp="1"/>
          </p:cNvSpPr>
          <p:nvPr/>
        </p:nvSpPr>
        <p:spPr>
          <a:xfrm xmlns:a="http://schemas.openxmlformats.org/drawingml/2006/main">
            <a:off x="609600" y="15240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Aldiyar Gaisa</a:t>
            </a:r>
          </a:p>
        </p:txBody>
      </p:sp>
      <p:sp>
        <p:nvSpPr>
          <p:cNvPr id="5" name="">
            <a:extLst xmlns:a="http://schemas.openxmlformats.org/drawingml/2006/main">
              <a:ext uri="{FF2B5EF4-FFF2-40B4-BE49-F238E27FC236}">
                <a16:creationId xmlns:a16="http://schemas.microsoft.com/office/drawing/2014/main" id="{871A0B85-E645-47F9-A38F-590289C8705A}"/>
              </a:ext>
            </a:extLst>
          </p:cNvPr>
          <p:cNvSpPr>
            <a:spLocks xmlns:a="http://schemas.openxmlformats.org/drawingml/2006/main" noGrp="1"/>
          </p:cNvSpPr>
          <p:nvPr/>
        </p:nvSpPr>
        <p:spPr>
          <a:xfrm xmlns:a="http://schemas.openxmlformats.org/drawingml/2006/main">
            <a:off x="3571875" y="152400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Product Owner and Developer</a:t>
            </a:r>
          </a:p>
        </p:txBody>
      </p:sp>
      <p:sp>
        <p:nvSpPr>
          <p:cNvPr id="6" name="">
            <a:extLst xmlns:a="http://schemas.openxmlformats.org/drawingml/2006/main">
              <a:ext uri="{FF2B5EF4-FFF2-40B4-BE49-F238E27FC236}">
                <a16:creationId xmlns:a16="http://schemas.microsoft.com/office/drawing/2014/main" id="{60E4102D-0AF4-4935-96DC-BC1062A1F912}"/>
              </a:ext>
            </a:extLst>
          </p:cNvPr>
          <p:cNvSpPr>
            <a:spLocks xmlns:a="http://schemas.openxmlformats.org/drawingml/2006/main" noGrp="1"/>
          </p:cNvSpPr>
          <p:nvPr/>
        </p:nvSpPr>
        <p:spPr>
          <a:xfrm xmlns:a="http://schemas.openxmlformats.org/drawingml/2006/main">
            <a:off x="609600" y="239077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Askhat Rakhmetollayev</a:t>
            </a:r>
          </a:p>
        </p:txBody>
      </p:sp>
      <p:sp>
        <p:nvSpPr>
          <p:cNvPr id="7" name="">
            <a:extLst xmlns:a="http://schemas.openxmlformats.org/drawingml/2006/main">
              <a:ext uri="{FF2B5EF4-FFF2-40B4-BE49-F238E27FC236}">
                <a16:creationId xmlns:a16="http://schemas.microsoft.com/office/drawing/2014/main" id="{323B18D9-D1EF-4ACF-B872-BC88961F6ADB}"/>
              </a:ext>
            </a:extLst>
          </p:cNvPr>
          <p:cNvSpPr>
            <a:spLocks xmlns:a="http://schemas.openxmlformats.org/drawingml/2006/main" noGrp="1"/>
          </p:cNvSpPr>
          <p:nvPr/>
        </p:nvSpPr>
        <p:spPr>
          <a:xfrm xmlns:a="http://schemas.openxmlformats.org/drawingml/2006/main">
            <a:off x="3571875" y="239077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Scrum Master and Developer</a:t>
            </a:r>
          </a:p>
        </p:txBody>
      </p:sp>
      <p:sp>
        <p:nvSpPr>
          <p:cNvPr id="8" name="">
            <a:extLst xmlns:a="http://schemas.openxmlformats.org/drawingml/2006/main">
              <a:ext uri="{FF2B5EF4-FFF2-40B4-BE49-F238E27FC236}">
                <a16:creationId xmlns:a16="http://schemas.microsoft.com/office/drawing/2014/main" id="{22B960EF-9C3A-4F50-A82B-24EADA4FD94D}"/>
              </a:ext>
            </a:extLst>
          </p:cNvPr>
          <p:cNvSpPr>
            <a:spLocks xmlns:a="http://schemas.openxmlformats.org/drawingml/2006/main" noGrp="1"/>
          </p:cNvSpPr>
          <p:nvPr/>
        </p:nvSpPr>
        <p:spPr>
          <a:xfrm xmlns:a="http://schemas.openxmlformats.org/drawingml/2006/main">
            <a:off x="609600" y="32575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Tamerlan Khassenov</a:t>
            </a:r>
          </a:p>
        </p:txBody>
      </p:sp>
      <p:sp>
        <p:nvSpPr>
          <p:cNvPr id="9" name="">
            <a:extLst xmlns:a="http://schemas.openxmlformats.org/drawingml/2006/main">
              <a:ext uri="{FF2B5EF4-FFF2-40B4-BE49-F238E27FC236}">
                <a16:creationId xmlns:a16="http://schemas.microsoft.com/office/drawing/2014/main" id="{C0B92421-ACBD-44B5-ACE9-4FBADD433702}"/>
              </a:ext>
            </a:extLst>
          </p:cNvPr>
          <p:cNvSpPr>
            <a:spLocks xmlns:a="http://schemas.openxmlformats.org/drawingml/2006/main" noGrp="1"/>
          </p:cNvSpPr>
          <p:nvPr/>
        </p:nvSpPr>
        <p:spPr>
          <a:xfrm xmlns:a="http://schemas.openxmlformats.org/drawingml/2006/main">
            <a:off x="3571875" y="32575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Backend Developer</a:t>
            </a:r>
          </a:p>
        </p:txBody>
      </p:sp>
      <p:sp>
        <p:nvSpPr>
          <p:cNvPr id="10" name="">
            <a:extLst xmlns:a="http://schemas.openxmlformats.org/drawingml/2006/main">
              <a:ext uri="{FF2B5EF4-FFF2-40B4-BE49-F238E27FC236}">
                <a16:creationId xmlns:a16="http://schemas.microsoft.com/office/drawing/2014/main" id="{2C076703-1DB2-4E8A-BA63-634CA0F73464}"/>
              </a:ext>
            </a:extLst>
          </p:cNvPr>
          <p:cNvSpPr>
            <a:spLocks xmlns:a="http://schemas.openxmlformats.org/drawingml/2006/main" noGrp="1"/>
          </p:cNvSpPr>
          <p:nvPr/>
        </p:nvSpPr>
        <p:spPr>
          <a:xfrm xmlns:a="http://schemas.openxmlformats.org/drawingml/2006/main">
            <a:off x="609600" y="41243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Merey Amangeldi</a:t>
            </a:r>
          </a:p>
        </p:txBody>
      </p:sp>
      <p:sp>
        <p:nvSpPr>
          <p:cNvPr id="11" name="">
            <a:extLst xmlns:a="http://schemas.openxmlformats.org/drawingml/2006/main">
              <a:ext uri="{FF2B5EF4-FFF2-40B4-BE49-F238E27FC236}">
                <a16:creationId xmlns:a16="http://schemas.microsoft.com/office/drawing/2014/main" id="{3ED8DD2D-66E3-4FAD-A371-5E714B7CE073}"/>
              </a:ext>
            </a:extLst>
          </p:cNvPr>
          <p:cNvSpPr>
            <a:spLocks xmlns:a="http://schemas.openxmlformats.org/drawingml/2006/main" noGrp="1"/>
          </p:cNvSpPr>
          <p:nvPr/>
        </p:nvSpPr>
        <p:spPr>
          <a:xfrm xmlns:a="http://schemas.openxmlformats.org/drawingml/2006/main">
            <a:off x="3571875" y="412432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UI Developer</a:t>
            </a:r>
          </a:p>
        </p:txBody>
      </p:sp>
      <p:sp>
        <p:nvSpPr>
          <p:cNvPr id="12" name="">
            <a:extLst xmlns:a="http://schemas.openxmlformats.org/drawingml/2006/main">
              <a:ext uri="{FF2B5EF4-FFF2-40B4-BE49-F238E27FC236}">
                <a16:creationId xmlns:a16="http://schemas.microsoft.com/office/drawing/2014/main" id="{88FF7290-5FA4-4D40-8334-07864523296F}"/>
              </a:ext>
            </a:extLst>
          </p:cNvPr>
          <p:cNvSpPr>
            <a:spLocks xmlns:a="http://schemas.openxmlformats.org/drawingml/2006/main" noGrp="1"/>
          </p:cNvSpPr>
          <p:nvPr/>
        </p:nvSpPr>
        <p:spPr>
          <a:xfrm xmlns:a="http://schemas.openxmlformats.org/drawingml/2006/main">
            <a:off x="609600" y="49911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Asanali Yessenbekov</a:t>
            </a:r>
          </a:p>
        </p:txBody>
      </p:sp>
      <p:sp>
        <p:nvSpPr>
          <p:cNvPr id="13" name="">
            <a:extLst xmlns:a="http://schemas.openxmlformats.org/drawingml/2006/main">
              <a:ext uri="{FF2B5EF4-FFF2-40B4-BE49-F238E27FC236}">
                <a16:creationId xmlns:a16="http://schemas.microsoft.com/office/drawing/2014/main" id="{CD322FF1-5C23-4239-8332-46D1BB77605B}"/>
              </a:ext>
            </a:extLst>
          </p:cNvPr>
          <p:cNvSpPr>
            <a:spLocks xmlns:a="http://schemas.openxmlformats.org/drawingml/2006/main" noGrp="1"/>
          </p:cNvSpPr>
          <p:nvPr/>
        </p:nvSpPr>
        <p:spPr>
          <a:xfrm xmlns:a="http://schemas.openxmlformats.org/drawingml/2006/main">
            <a:off x="3571875" y="499110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Testing Developer</a:t>
            </a:r>
          </a:p>
        </p:txBody>
      </p:sp>
      <p:sp>
        <p:nvSpPr>
          <p:cNvPr id="14" name="">
            <a:extLst xmlns:a="http://schemas.openxmlformats.org/drawingml/2006/main">
              <a:ext uri="{FF2B5EF4-FFF2-40B4-BE49-F238E27FC236}">
                <a16:creationId xmlns:a16="http://schemas.microsoft.com/office/drawing/2014/main" id="{1FE71758-7943-4DFC-9039-9CC8255F4976}"/>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Proposed story contacts and team access still need confirmation</a:t>
            </a:r>
          </a:p>
        </p:txBody>
      </p:sp>
    </p:spTree>
    <p:extLst>
      <p:ext uri="{BB962C8B-B14F-4D97-AF65-F5344CB8AC3E}">
        <p14:creationId xmlns:p14="http://schemas.microsoft.com/office/powerpoint/2010/main" val="976254949"/>
      </p:ext>
    </p:extLst>
  </p:cSld>
</p:sld>
</file>

<file path=ppt/slides/slide9.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8234FA4-95B6-4789-830C-B8A15C956821}"/>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A0F6BA27-A056-4459-9366-F6726A4FD41A}"/>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Sprint review and retrospective records</a:t>
            </a:r>
          </a:p>
        </p:txBody>
      </p:sp>
      <p:sp>
        <p:nvSpPr>
          <p:cNvPr id="3" name="">
            <a:extLst xmlns:a="http://schemas.openxmlformats.org/drawingml/2006/main">
              <a:ext uri="{FF2B5EF4-FFF2-40B4-BE49-F238E27FC236}">
                <a16:creationId xmlns:a16="http://schemas.microsoft.com/office/drawing/2014/main" id="{9085A851-1CBE-4DEA-8644-EEDEB6D91372}"/>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EAD1EC2E-69CF-45FC-BC9C-D0DC20172497}"/>
              </a:ext>
            </a:extLst>
          </p:cNvPr>
          <p:cNvSpPr>
            <a:spLocks xmlns:a="http://schemas.openxmlformats.org/drawingml/2006/main" noGrp="1"/>
          </p:cNvSpPr>
          <p:nvPr/>
        </p:nvSpPr>
        <p:spPr>
          <a:xfrm xmlns:a="http://schemas.openxmlformats.org/drawingml/2006/main">
            <a:off x="609600" y="171450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1">
                <a:solidFill>
                  <a:srgbClr val="55C3F2"/>
                </a:solidFill>
                <a:latin typeface="Arial"/>
                <a:ea typeface="Arial"/>
                <a:cs typeface="Arial"/>
              </a:defRPr>
            </a:defPPr>
            <a:lvl1pPr>
              <a:buNone/>
              <a:defRPr sz="1575" b="1">
                <a:solidFill>
                  <a:srgbClr val="55C3F2"/>
                </a:solidFill>
                <a:latin typeface="Arial"/>
                <a:ea typeface="Arial"/>
                <a:cs typeface="Arial"/>
              </a:defRPr>
            </a:lvl1pPr>
            <a:lvl2pPr>
              <a:buNone/>
              <a:defRPr sz="1575" b="1">
                <a:solidFill>
                  <a:srgbClr val="55C3F2"/>
                </a:solidFill>
                <a:latin typeface="Arial"/>
                <a:ea typeface="Arial"/>
                <a:cs typeface="Arial"/>
              </a:defRPr>
            </a:lvl2pPr>
            <a:lvl3pPr>
              <a:buNone/>
              <a:defRPr sz="1575" b="1">
                <a:solidFill>
                  <a:srgbClr val="55C3F2"/>
                </a:solidFill>
                <a:latin typeface="Arial"/>
                <a:ea typeface="Arial"/>
                <a:cs typeface="Arial"/>
              </a:defRPr>
            </a:lvl3pPr>
            <a:lvl4pPr>
              <a:buNone/>
              <a:defRPr sz="1575" b="1">
                <a:solidFill>
                  <a:srgbClr val="55C3F2"/>
                </a:solidFill>
                <a:latin typeface="Arial"/>
                <a:ea typeface="Arial"/>
                <a:cs typeface="Arial"/>
              </a:defRPr>
            </a:lvl4pPr>
            <a:lvl5pPr>
              <a:buNone/>
              <a:defRPr sz="1575" b="1">
                <a:solidFill>
                  <a:srgbClr val="55C3F2"/>
                </a:solidFill>
                <a:latin typeface="Arial"/>
                <a:ea typeface="Arial"/>
                <a:cs typeface="Arial"/>
              </a:defRPr>
            </a:lvl5pPr>
            <a:lvl6pPr>
              <a:buNone/>
              <a:defRPr sz="1575" b="1">
                <a:solidFill>
                  <a:srgbClr val="55C3F2"/>
                </a:solidFill>
                <a:latin typeface="Arial"/>
                <a:ea typeface="Arial"/>
                <a:cs typeface="Arial"/>
              </a:defRPr>
            </a:lvl6pPr>
            <a:lvl7pPr>
              <a:buNone/>
              <a:defRPr sz="1575" b="1">
                <a:solidFill>
                  <a:srgbClr val="55C3F2"/>
                </a:solidFill>
                <a:latin typeface="Arial"/>
                <a:ea typeface="Arial"/>
                <a:cs typeface="Arial"/>
              </a:defRPr>
            </a:lvl7pPr>
            <a:lvl8pPr>
              <a:buNone/>
              <a:defRPr sz="1575" b="1">
                <a:solidFill>
                  <a:srgbClr val="55C3F2"/>
                </a:solidFill>
                <a:latin typeface="Arial"/>
                <a:ea typeface="Arial"/>
                <a:cs typeface="Arial"/>
              </a:defRPr>
            </a:lvl8pPr>
            <a:lvl9pPr>
              <a:buNone/>
              <a:defRPr sz="1575" b="1">
                <a:solidFill>
                  <a:srgbClr val="55C3F2"/>
                </a:solidFill>
                <a:latin typeface="Arial"/>
                <a:ea typeface="Arial"/>
                <a:cs typeface="Arial"/>
              </a:defRPr>
            </a:lvl9pPr>
          </a:lstStyle>
          <a:p xmlns:a="http://schemas.openxmlformats.org/drawingml/2006/main">
            <a:pPr>
              <a:buNone/>
              <a:defRPr sz="1575" b="1">
                <a:solidFill>
                  <a:srgbClr val="55C3F2"/>
                </a:solidFill>
                <a:latin typeface="Arial"/>
                <a:ea typeface="Arial"/>
                <a:cs typeface="Arial"/>
              </a:defRPr>
            </a:pPr>
            <a:r>
              <a:rPr sz="1575" b="1">
                <a:solidFill>
                  <a:srgbClr val="55C3F2"/>
                </a:solidFill>
                <a:latin typeface="Arial"/>
                <a:ea typeface="Arial"/>
                <a:cs typeface="Arial"/>
              </a:rPr>
              <a:t>Sprint</a:t>
            </a:r>
          </a:p>
        </p:txBody>
      </p:sp>
      <p:sp>
        <p:nvSpPr>
          <p:cNvPr id="5" name="">
            <a:extLst xmlns:a="http://schemas.openxmlformats.org/drawingml/2006/main">
              <a:ext uri="{FF2B5EF4-FFF2-40B4-BE49-F238E27FC236}">
                <a16:creationId xmlns:a16="http://schemas.microsoft.com/office/drawing/2014/main" id="{468E4594-A0FE-4826-84A3-05F94109A235}"/>
              </a:ext>
            </a:extLst>
          </p:cNvPr>
          <p:cNvSpPr>
            <a:spLocks xmlns:a="http://schemas.openxmlformats.org/drawingml/2006/main" noGrp="1"/>
          </p:cNvSpPr>
          <p:nvPr/>
        </p:nvSpPr>
        <p:spPr>
          <a:xfrm xmlns:a="http://schemas.openxmlformats.org/drawingml/2006/main">
            <a:off x="3000375" y="1714500"/>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1">
                <a:solidFill>
                  <a:srgbClr val="55C3F2"/>
                </a:solidFill>
                <a:latin typeface="Arial"/>
                <a:ea typeface="Arial"/>
                <a:cs typeface="Arial"/>
              </a:defRPr>
            </a:defPPr>
            <a:lvl1pPr>
              <a:buNone/>
              <a:defRPr sz="1575" b="1">
                <a:solidFill>
                  <a:srgbClr val="55C3F2"/>
                </a:solidFill>
                <a:latin typeface="Arial"/>
                <a:ea typeface="Arial"/>
                <a:cs typeface="Arial"/>
              </a:defRPr>
            </a:lvl1pPr>
            <a:lvl2pPr>
              <a:buNone/>
              <a:defRPr sz="1575" b="1">
                <a:solidFill>
                  <a:srgbClr val="55C3F2"/>
                </a:solidFill>
                <a:latin typeface="Arial"/>
                <a:ea typeface="Arial"/>
                <a:cs typeface="Arial"/>
              </a:defRPr>
            </a:lvl2pPr>
            <a:lvl3pPr>
              <a:buNone/>
              <a:defRPr sz="1575" b="1">
                <a:solidFill>
                  <a:srgbClr val="55C3F2"/>
                </a:solidFill>
                <a:latin typeface="Arial"/>
                <a:ea typeface="Arial"/>
                <a:cs typeface="Arial"/>
              </a:defRPr>
            </a:lvl3pPr>
            <a:lvl4pPr>
              <a:buNone/>
              <a:defRPr sz="1575" b="1">
                <a:solidFill>
                  <a:srgbClr val="55C3F2"/>
                </a:solidFill>
                <a:latin typeface="Arial"/>
                <a:ea typeface="Arial"/>
                <a:cs typeface="Arial"/>
              </a:defRPr>
            </a:lvl4pPr>
            <a:lvl5pPr>
              <a:buNone/>
              <a:defRPr sz="1575" b="1">
                <a:solidFill>
                  <a:srgbClr val="55C3F2"/>
                </a:solidFill>
                <a:latin typeface="Arial"/>
                <a:ea typeface="Arial"/>
                <a:cs typeface="Arial"/>
              </a:defRPr>
            </a:lvl5pPr>
            <a:lvl6pPr>
              <a:buNone/>
              <a:defRPr sz="1575" b="1">
                <a:solidFill>
                  <a:srgbClr val="55C3F2"/>
                </a:solidFill>
                <a:latin typeface="Arial"/>
                <a:ea typeface="Arial"/>
                <a:cs typeface="Arial"/>
              </a:defRPr>
            </a:lvl6pPr>
            <a:lvl7pPr>
              <a:buNone/>
              <a:defRPr sz="1575" b="1">
                <a:solidFill>
                  <a:srgbClr val="55C3F2"/>
                </a:solidFill>
                <a:latin typeface="Arial"/>
                <a:ea typeface="Arial"/>
                <a:cs typeface="Arial"/>
              </a:defRPr>
            </a:lvl7pPr>
            <a:lvl8pPr>
              <a:buNone/>
              <a:defRPr sz="1575" b="1">
                <a:solidFill>
                  <a:srgbClr val="55C3F2"/>
                </a:solidFill>
                <a:latin typeface="Arial"/>
                <a:ea typeface="Arial"/>
                <a:cs typeface="Arial"/>
              </a:defRPr>
            </a:lvl8pPr>
            <a:lvl9pPr>
              <a:buNone/>
              <a:defRPr sz="1575" b="1">
                <a:solidFill>
                  <a:srgbClr val="55C3F2"/>
                </a:solidFill>
                <a:latin typeface="Arial"/>
                <a:ea typeface="Arial"/>
                <a:cs typeface="Arial"/>
              </a:defRPr>
            </a:lvl9pPr>
          </a:lstStyle>
          <a:p xmlns:a="http://schemas.openxmlformats.org/drawingml/2006/main">
            <a:pPr>
              <a:buNone/>
              <a:defRPr sz="1575" b="1">
                <a:solidFill>
                  <a:srgbClr val="55C3F2"/>
                </a:solidFill>
                <a:latin typeface="Arial"/>
                <a:ea typeface="Arial"/>
                <a:cs typeface="Arial"/>
              </a:defRPr>
            </a:pPr>
            <a:r>
              <a:rPr sz="1575" b="1">
                <a:solidFill>
                  <a:srgbClr val="55C3F2"/>
                </a:solidFill>
                <a:latin typeface="Arial"/>
                <a:ea typeface="Arial"/>
                <a:cs typeface="Arial"/>
              </a:rPr>
              <a:t>Actual outcome and evidence</a:t>
            </a:r>
          </a:p>
        </p:txBody>
      </p:sp>
      <p:sp>
        <p:nvSpPr>
          <p:cNvPr id="6" name="">
            <a:extLst xmlns:a="http://schemas.openxmlformats.org/drawingml/2006/main">
              <a:ext uri="{FF2B5EF4-FFF2-40B4-BE49-F238E27FC236}">
                <a16:creationId xmlns:a16="http://schemas.microsoft.com/office/drawing/2014/main" id="{3522D939-3EC3-4C3A-A698-CEBA92CD0277}"/>
              </a:ext>
            </a:extLst>
          </p:cNvPr>
          <p:cNvSpPr>
            <a:spLocks xmlns:a="http://schemas.openxmlformats.org/drawingml/2006/main" noGrp="1"/>
          </p:cNvSpPr>
          <p:nvPr/>
        </p:nvSpPr>
        <p:spPr>
          <a:xfrm xmlns:a="http://schemas.openxmlformats.org/drawingml/2006/main">
            <a:off x="8572500" y="1714500"/>
            <a:ext cx="276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1">
                <a:solidFill>
                  <a:srgbClr val="55C3F2"/>
                </a:solidFill>
                <a:latin typeface="Arial"/>
                <a:ea typeface="Arial"/>
                <a:cs typeface="Arial"/>
              </a:defRPr>
            </a:defPPr>
            <a:lvl1pPr>
              <a:buNone/>
              <a:defRPr sz="1575" b="1">
                <a:solidFill>
                  <a:srgbClr val="55C3F2"/>
                </a:solidFill>
                <a:latin typeface="Arial"/>
                <a:ea typeface="Arial"/>
                <a:cs typeface="Arial"/>
              </a:defRPr>
            </a:lvl1pPr>
            <a:lvl2pPr>
              <a:buNone/>
              <a:defRPr sz="1575" b="1">
                <a:solidFill>
                  <a:srgbClr val="55C3F2"/>
                </a:solidFill>
                <a:latin typeface="Arial"/>
                <a:ea typeface="Arial"/>
                <a:cs typeface="Arial"/>
              </a:defRPr>
            </a:lvl2pPr>
            <a:lvl3pPr>
              <a:buNone/>
              <a:defRPr sz="1575" b="1">
                <a:solidFill>
                  <a:srgbClr val="55C3F2"/>
                </a:solidFill>
                <a:latin typeface="Arial"/>
                <a:ea typeface="Arial"/>
                <a:cs typeface="Arial"/>
              </a:defRPr>
            </a:lvl3pPr>
            <a:lvl4pPr>
              <a:buNone/>
              <a:defRPr sz="1575" b="1">
                <a:solidFill>
                  <a:srgbClr val="55C3F2"/>
                </a:solidFill>
                <a:latin typeface="Arial"/>
                <a:ea typeface="Arial"/>
                <a:cs typeface="Arial"/>
              </a:defRPr>
            </a:lvl4pPr>
            <a:lvl5pPr>
              <a:buNone/>
              <a:defRPr sz="1575" b="1">
                <a:solidFill>
                  <a:srgbClr val="55C3F2"/>
                </a:solidFill>
                <a:latin typeface="Arial"/>
                <a:ea typeface="Arial"/>
                <a:cs typeface="Arial"/>
              </a:defRPr>
            </a:lvl5pPr>
            <a:lvl6pPr>
              <a:buNone/>
              <a:defRPr sz="1575" b="1">
                <a:solidFill>
                  <a:srgbClr val="55C3F2"/>
                </a:solidFill>
                <a:latin typeface="Arial"/>
                <a:ea typeface="Arial"/>
                <a:cs typeface="Arial"/>
              </a:defRPr>
            </a:lvl6pPr>
            <a:lvl7pPr>
              <a:buNone/>
              <a:defRPr sz="1575" b="1">
                <a:solidFill>
                  <a:srgbClr val="55C3F2"/>
                </a:solidFill>
                <a:latin typeface="Arial"/>
                <a:ea typeface="Arial"/>
                <a:cs typeface="Arial"/>
              </a:defRPr>
            </a:lvl7pPr>
            <a:lvl8pPr>
              <a:buNone/>
              <a:defRPr sz="1575" b="1">
                <a:solidFill>
                  <a:srgbClr val="55C3F2"/>
                </a:solidFill>
                <a:latin typeface="Arial"/>
                <a:ea typeface="Arial"/>
                <a:cs typeface="Arial"/>
              </a:defRPr>
            </a:lvl8pPr>
            <a:lvl9pPr>
              <a:buNone/>
              <a:defRPr sz="1575" b="1">
                <a:solidFill>
                  <a:srgbClr val="55C3F2"/>
                </a:solidFill>
                <a:latin typeface="Arial"/>
                <a:ea typeface="Arial"/>
                <a:cs typeface="Arial"/>
              </a:defRPr>
            </a:lvl9pPr>
          </a:lstStyle>
          <a:p xmlns:a="http://schemas.openxmlformats.org/drawingml/2006/main">
            <a:pPr>
              <a:buNone/>
              <a:defRPr sz="1575" b="1">
                <a:solidFill>
                  <a:srgbClr val="55C3F2"/>
                </a:solidFill>
                <a:latin typeface="Arial"/>
                <a:ea typeface="Arial"/>
                <a:cs typeface="Arial"/>
              </a:defRPr>
            </a:pPr>
            <a:r>
              <a:rPr sz="1575" b="1">
                <a:solidFill>
                  <a:srgbClr val="55C3F2"/>
                </a:solidFill>
                <a:latin typeface="Arial"/>
                <a:ea typeface="Arial"/>
                <a:cs typeface="Arial"/>
              </a:rPr>
              <a:t>Team improvement</a:t>
            </a:r>
          </a:p>
        </p:txBody>
      </p:sp>
      <p:sp>
        <p:nvSpPr>
          <p:cNvPr id="7" name="">
            <a:extLst xmlns:a="http://schemas.openxmlformats.org/drawingml/2006/main">
              <a:ext uri="{FF2B5EF4-FFF2-40B4-BE49-F238E27FC236}">
                <a16:creationId xmlns:a16="http://schemas.microsoft.com/office/drawing/2014/main" id="{8B85A994-8057-4FF2-BAEA-AE7087312C3E}"/>
              </a:ext>
            </a:extLst>
          </p:cNvPr>
          <p:cNvSpPr>
            <a:spLocks xmlns:a="http://schemas.openxmlformats.org/drawingml/2006/main" noGrp="1"/>
          </p:cNvSpPr>
          <p:nvPr/>
        </p:nvSpPr>
        <p:spPr>
          <a:xfrm xmlns:a="http://schemas.openxmlformats.org/drawingml/2006/main">
            <a:off x="609600" y="2400300"/>
            <a:ext cx="114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700" b="1">
                <a:solidFill>
                  <a:srgbClr val="F6F8FC"/>
                </a:solidFill>
                <a:latin typeface="Arial"/>
                <a:ea typeface="Arial"/>
                <a:cs typeface="Arial"/>
              </a:defRPr>
            </a:defPPr>
            <a:lvl1pPr>
              <a:buNone/>
              <a:defRPr sz="2700" b="1">
                <a:solidFill>
                  <a:srgbClr val="F6F8FC"/>
                </a:solidFill>
                <a:latin typeface="Arial"/>
                <a:ea typeface="Arial"/>
                <a:cs typeface="Arial"/>
              </a:defRPr>
            </a:lvl1pPr>
            <a:lvl2pPr>
              <a:buNone/>
              <a:defRPr sz="2700" b="1">
                <a:solidFill>
                  <a:srgbClr val="F6F8FC"/>
                </a:solidFill>
                <a:latin typeface="Arial"/>
                <a:ea typeface="Arial"/>
                <a:cs typeface="Arial"/>
              </a:defRPr>
            </a:lvl2pPr>
            <a:lvl3pPr>
              <a:buNone/>
              <a:defRPr sz="2700" b="1">
                <a:solidFill>
                  <a:srgbClr val="F6F8FC"/>
                </a:solidFill>
                <a:latin typeface="Arial"/>
                <a:ea typeface="Arial"/>
                <a:cs typeface="Arial"/>
              </a:defRPr>
            </a:lvl3pPr>
            <a:lvl4pPr>
              <a:buNone/>
              <a:defRPr sz="2700" b="1">
                <a:solidFill>
                  <a:srgbClr val="F6F8FC"/>
                </a:solidFill>
                <a:latin typeface="Arial"/>
                <a:ea typeface="Arial"/>
                <a:cs typeface="Arial"/>
              </a:defRPr>
            </a:lvl4pPr>
            <a:lvl5pPr>
              <a:buNone/>
              <a:defRPr sz="2700" b="1">
                <a:solidFill>
                  <a:srgbClr val="F6F8FC"/>
                </a:solidFill>
                <a:latin typeface="Arial"/>
                <a:ea typeface="Arial"/>
                <a:cs typeface="Arial"/>
              </a:defRPr>
            </a:lvl5pPr>
            <a:lvl6pPr>
              <a:buNone/>
              <a:defRPr sz="2700" b="1">
                <a:solidFill>
                  <a:srgbClr val="F6F8FC"/>
                </a:solidFill>
                <a:latin typeface="Arial"/>
                <a:ea typeface="Arial"/>
                <a:cs typeface="Arial"/>
              </a:defRPr>
            </a:lvl6pPr>
            <a:lvl7pPr>
              <a:buNone/>
              <a:defRPr sz="2700" b="1">
                <a:solidFill>
                  <a:srgbClr val="F6F8FC"/>
                </a:solidFill>
                <a:latin typeface="Arial"/>
                <a:ea typeface="Arial"/>
                <a:cs typeface="Arial"/>
              </a:defRPr>
            </a:lvl7pPr>
            <a:lvl8pPr>
              <a:buNone/>
              <a:defRPr sz="2700" b="1">
                <a:solidFill>
                  <a:srgbClr val="F6F8FC"/>
                </a:solidFill>
                <a:latin typeface="Arial"/>
                <a:ea typeface="Arial"/>
                <a:cs typeface="Arial"/>
              </a:defRPr>
            </a:lvl8pPr>
            <a:lvl9pPr>
              <a:buNone/>
              <a:defRPr sz="2700" b="1">
                <a:solidFill>
                  <a:srgbClr val="F6F8FC"/>
                </a:solidFill>
                <a:latin typeface="Arial"/>
                <a:ea typeface="Arial"/>
                <a:cs typeface="Arial"/>
              </a:defRPr>
            </a:lvl9pPr>
          </a:lstStyle>
          <a:p xmlns:a="http://schemas.openxmlformats.org/drawingml/2006/main">
            <a:pPr>
              <a:buNone/>
              <a:defRPr sz="2700" b="1">
                <a:solidFill>
                  <a:srgbClr val="F6F8FC"/>
                </a:solidFill>
                <a:latin typeface="Arial"/>
                <a:ea typeface="Arial"/>
                <a:cs typeface="Arial"/>
              </a:defRPr>
            </a:pPr>
            <a:r>
              <a:rPr sz="2700" b="1">
                <a:solidFill>
                  <a:srgbClr val="F6F8FC"/>
                </a:solidFill>
                <a:latin typeface="Arial"/>
                <a:ea typeface="Arial"/>
                <a:cs typeface="Arial"/>
              </a:rPr>
              <a:t>1</a:t>
            </a:r>
          </a:p>
        </p:txBody>
      </p:sp>
      <p:sp>
        <p:nvSpPr>
          <p:cNvPr id="8" name="">
            <a:extLst xmlns:a="http://schemas.openxmlformats.org/drawingml/2006/main">
              <a:ext uri="{FF2B5EF4-FFF2-40B4-BE49-F238E27FC236}">
                <a16:creationId xmlns:a16="http://schemas.microsoft.com/office/drawing/2014/main" id="{288EB720-416C-4B89-977C-B686F9930124}"/>
              </a:ext>
            </a:extLst>
          </p:cNvPr>
          <p:cNvSpPr>
            <a:spLocks xmlns:a="http://schemas.openxmlformats.org/drawingml/2006/main" noGrp="1"/>
          </p:cNvSpPr>
          <p:nvPr/>
        </p:nvSpPr>
        <p:spPr>
          <a:xfrm xmlns:a="http://schemas.openxmlformats.org/drawingml/2006/main">
            <a:off x="3000375" y="2400300"/>
            <a:ext cx="5143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B3C3D7"/>
                </a:solidFill>
                <a:latin typeface="Arial"/>
                <a:ea typeface="Arial"/>
                <a:cs typeface="Arial"/>
              </a:defRPr>
            </a:defPPr>
            <a:lvl1pPr>
              <a:buNone/>
              <a:defRPr sz="1800" b="0">
                <a:solidFill>
                  <a:srgbClr val="B3C3D7"/>
                </a:solidFill>
                <a:latin typeface="Arial"/>
                <a:ea typeface="Arial"/>
                <a:cs typeface="Arial"/>
              </a:defRPr>
            </a:lvl1pPr>
            <a:lvl2pPr>
              <a:buNone/>
              <a:defRPr sz="1800" b="0">
                <a:solidFill>
                  <a:srgbClr val="B3C3D7"/>
                </a:solidFill>
                <a:latin typeface="Arial"/>
                <a:ea typeface="Arial"/>
                <a:cs typeface="Arial"/>
              </a:defRPr>
            </a:lvl2pPr>
            <a:lvl3pPr>
              <a:buNone/>
              <a:defRPr sz="1800" b="0">
                <a:solidFill>
                  <a:srgbClr val="B3C3D7"/>
                </a:solidFill>
                <a:latin typeface="Arial"/>
                <a:ea typeface="Arial"/>
                <a:cs typeface="Arial"/>
              </a:defRPr>
            </a:lvl3pPr>
            <a:lvl4pPr>
              <a:buNone/>
              <a:defRPr sz="1800" b="0">
                <a:solidFill>
                  <a:srgbClr val="B3C3D7"/>
                </a:solidFill>
                <a:latin typeface="Arial"/>
                <a:ea typeface="Arial"/>
                <a:cs typeface="Arial"/>
              </a:defRPr>
            </a:lvl4pPr>
            <a:lvl5pPr>
              <a:buNone/>
              <a:defRPr sz="1800" b="0">
                <a:solidFill>
                  <a:srgbClr val="B3C3D7"/>
                </a:solidFill>
                <a:latin typeface="Arial"/>
                <a:ea typeface="Arial"/>
                <a:cs typeface="Arial"/>
              </a:defRPr>
            </a:lvl5pPr>
            <a:lvl6pPr>
              <a:buNone/>
              <a:defRPr sz="1800" b="0">
                <a:solidFill>
                  <a:srgbClr val="B3C3D7"/>
                </a:solidFill>
                <a:latin typeface="Arial"/>
                <a:ea typeface="Arial"/>
                <a:cs typeface="Arial"/>
              </a:defRPr>
            </a:lvl6pPr>
            <a:lvl7pPr>
              <a:buNone/>
              <a:defRPr sz="1800" b="0">
                <a:solidFill>
                  <a:srgbClr val="B3C3D7"/>
                </a:solidFill>
                <a:latin typeface="Arial"/>
                <a:ea typeface="Arial"/>
                <a:cs typeface="Arial"/>
              </a:defRPr>
            </a:lvl7pPr>
            <a:lvl8pPr>
              <a:buNone/>
              <a:defRPr sz="1800" b="0">
                <a:solidFill>
                  <a:srgbClr val="B3C3D7"/>
                </a:solidFill>
                <a:latin typeface="Arial"/>
                <a:ea typeface="Arial"/>
                <a:cs typeface="Arial"/>
              </a:defRPr>
            </a:lvl8pPr>
            <a:lvl9pPr>
              <a:buNone/>
              <a:defRPr sz="1800" b="0">
                <a:solidFill>
                  <a:srgbClr val="B3C3D7"/>
                </a:solidFill>
                <a:latin typeface="Arial"/>
                <a:ea typeface="Arial"/>
                <a:cs typeface="Arial"/>
              </a:defRPr>
            </a:lvl9pPr>
          </a:lstStyle>
          <a:p xmlns:a="http://schemas.openxmlformats.org/drawingml/2006/main">
            <a:pPr>
              <a:buNone/>
              <a:defRPr sz="1800" b="0">
                <a:solidFill>
                  <a:srgbClr val="B3C3D7"/>
                </a:solidFill>
                <a:latin typeface="Arial"/>
                <a:ea typeface="Arial"/>
                <a:cs typeface="Arial"/>
              </a:defRPr>
            </a:pPr>
            <a:r>
              <a:rPr sz="1800" b="0">
                <a:solidFill>
                  <a:srgbClr val="B3C3D7"/>
                </a:solidFill>
                <a:latin typeface="Arial"/>
                <a:ea typeface="Arial"/>
                <a:cs typeface="Arial"/>
              </a:rPr>
              <a:t>To be recorded after the review</a:t>
            </a:r>
          </a:p>
        </p:txBody>
      </p:sp>
      <p:sp>
        <p:nvSpPr>
          <p:cNvPr id="9" name="">
            <a:extLst xmlns:a="http://schemas.openxmlformats.org/drawingml/2006/main">
              <a:ext uri="{FF2B5EF4-FFF2-40B4-BE49-F238E27FC236}">
                <a16:creationId xmlns:a16="http://schemas.microsoft.com/office/drawing/2014/main" id="{AD00326F-85E0-441A-AB9A-67A6DB22882C}"/>
              </a:ext>
            </a:extLst>
          </p:cNvPr>
          <p:cNvSpPr>
            <a:spLocks xmlns:a="http://schemas.openxmlformats.org/drawingml/2006/main" noGrp="1"/>
          </p:cNvSpPr>
          <p:nvPr/>
        </p:nvSpPr>
        <p:spPr>
          <a:xfrm xmlns:a="http://schemas.openxmlformats.org/drawingml/2006/main">
            <a:off x="8572500" y="2400300"/>
            <a:ext cx="2905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0">
                <a:solidFill>
                  <a:srgbClr val="B3C3D7"/>
                </a:solidFill>
                <a:latin typeface="Arial"/>
                <a:ea typeface="Arial"/>
                <a:cs typeface="Arial"/>
              </a:defRPr>
            </a:defPPr>
            <a:lvl1pPr>
              <a:buNone/>
              <a:defRPr sz="1575" b="0">
                <a:solidFill>
                  <a:srgbClr val="B3C3D7"/>
                </a:solidFill>
                <a:latin typeface="Arial"/>
                <a:ea typeface="Arial"/>
                <a:cs typeface="Arial"/>
              </a:defRPr>
            </a:lvl1pPr>
            <a:lvl2pPr>
              <a:buNone/>
              <a:defRPr sz="1575" b="0">
                <a:solidFill>
                  <a:srgbClr val="B3C3D7"/>
                </a:solidFill>
                <a:latin typeface="Arial"/>
                <a:ea typeface="Arial"/>
                <a:cs typeface="Arial"/>
              </a:defRPr>
            </a:lvl2pPr>
            <a:lvl3pPr>
              <a:buNone/>
              <a:defRPr sz="1575" b="0">
                <a:solidFill>
                  <a:srgbClr val="B3C3D7"/>
                </a:solidFill>
                <a:latin typeface="Arial"/>
                <a:ea typeface="Arial"/>
                <a:cs typeface="Arial"/>
              </a:defRPr>
            </a:lvl3pPr>
            <a:lvl4pPr>
              <a:buNone/>
              <a:defRPr sz="1575" b="0">
                <a:solidFill>
                  <a:srgbClr val="B3C3D7"/>
                </a:solidFill>
                <a:latin typeface="Arial"/>
                <a:ea typeface="Arial"/>
                <a:cs typeface="Arial"/>
              </a:defRPr>
            </a:lvl4pPr>
            <a:lvl5pPr>
              <a:buNone/>
              <a:defRPr sz="1575" b="0">
                <a:solidFill>
                  <a:srgbClr val="B3C3D7"/>
                </a:solidFill>
                <a:latin typeface="Arial"/>
                <a:ea typeface="Arial"/>
                <a:cs typeface="Arial"/>
              </a:defRPr>
            </a:lvl5pPr>
            <a:lvl6pPr>
              <a:buNone/>
              <a:defRPr sz="1575" b="0">
                <a:solidFill>
                  <a:srgbClr val="B3C3D7"/>
                </a:solidFill>
                <a:latin typeface="Arial"/>
                <a:ea typeface="Arial"/>
                <a:cs typeface="Arial"/>
              </a:defRPr>
            </a:lvl6pPr>
            <a:lvl7pPr>
              <a:buNone/>
              <a:defRPr sz="1575" b="0">
                <a:solidFill>
                  <a:srgbClr val="B3C3D7"/>
                </a:solidFill>
                <a:latin typeface="Arial"/>
                <a:ea typeface="Arial"/>
                <a:cs typeface="Arial"/>
              </a:defRPr>
            </a:lvl7pPr>
            <a:lvl8pPr>
              <a:buNone/>
              <a:defRPr sz="1575" b="0">
                <a:solidFill>
                  <a:srgbClr val="B3C3D7"/>
                </a:solidFill>
                <a:latin typeface="Arial"/>
                <a:ea typeface="Arial"/>
                <a:cs typeface="Arial"/>
              </a:defRPr>
            </a:lvl8pPr>
            <a:lvl9pPr>
              <a:buNone/>
              <a:defRPr sz="1575" b="0">
                <a:solidFill>
                  <a:srgbClr val="B3C3D7"/>
                </a:solidFill>
                <a:latin typeface="Arial"/>
                <a:ea typeface="Arial"/>
                <a:cs typeface="Arial"/>
              </a:defRPr>
            </a:lvl9pPr>
          </a:lstStyle>
          <a:p xmlns:a="http://schemas.openxmlformats.org/drawingml/2006/main">
            <a:pPr>
              <a:buNone/>
              <a:defRPr sz="1575" b="0">
                <a:solidFill>
                  <a:srgbClr val="B3C3D7"/>
                </a:solidFill>
                <a:latin typeface="Arial"/>
                <a:ea typeface="Arial"/>
                <a:cs typeface="Arial"/>
              </a:defRPr>
            </a:pPr>
            <a:r>
              <a:rPr sz="1575" b="0">
                <a:solidFill>
                  <a:srgbClr val="B3C3D7"/>
                </a:solidFill>
                <a:latin typeface="Arial"/>
                <a:ea typeface="Arial"/>
                <a:cs typeface="Arial"/>
              </a:rPr>
              <a:t>To be agreed after the retrospective</a:t>
            </a:r>
          </a:p>
        </p:txBody>
      </p:sp>
      <p:sp>
        <p:nvSpPr>
          <p:cNvPr id="10" name="">
            <a:extLst xmlns:a="http://schemas.openxmlformats.org/drawingml/2006/main">
              <a:ext uri="{FF2B5EF4-FFF2-40B4-BE49-F238E27FC236}">
                <a16:creationId xmlns:a16="http://schemas.microsoft.com/office/drawing/2014/main" id="{9A2EADC9-3FBE-4939-84EF-2C096C77DC07}"/>
              </a:ext>
            </a:extLst>
          </p:cNvPr>
          <p:cNvSpPr>
            <a:spLocks xmlns:a="http://schemas.openxmlformats.org/drawingml/2006/main" noGrp="1"/>
          </p:cNvSpPr>
          <p:nvPr/>
        </p:nvSpPr>
        <p:spPr>
          <a:xfrm xmlns:a="http://schemas.openxmlformats.org/drawingml/2006/main">
            <a:off x="609600" y="3448050"/>
            <a:ext cx="114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700" b="1">
                <a:solidFill>
                  <a:srgbClr val="F6F8FC"/>
                </a:solidFill>
                <a:latin typeface="Arial"/>
                <a:ea typeface="Arial"/>
                <a:cs typeface="Arial"/>
              </a:defRPr>
            </a:defPPr>
            <a:lvl1pPr>
              <a:buNone/>
              <a:defRPr sz="2700" b="1">
                <a:solidFill>
                  <a:srgbClr val="F6F8FC"/>
                </a:solidFill>
                <a:latin typeface="Arial"/>
                <a:ea typeface="Arial"/>
                <a:cs typeface="Arial"/>
              </a:defRPr>
            </a:lvl1pPr>
            <a:lvl2pPr>
              <a:buNone/>
              <a:defRPr sz="2700" b="1">
                <a:solidFill>
                  <a:srgbClr val="F6F8FC"/>
                </a:solidFill>
                <a:latin typeface="Arial"/>
                <a:ea typeface="Arial"/>
                <a:cs typeface="Arial"/>
              </a:defRPr>
            </a:lvl2pPr>
            <a:lvl3pPr>
              <a:buNone/>
              <a:defRPr sz="2700" b="1">
                <a:solidFill>
                  <a:srgbClr val="F6F8FC"/>
                </a:solidFill>
                <a:latin typeface="Arial"/>
                <a:ea typeface="Arial"/>
                <a:cs typeface="Arial"/>
              </a:defRPr>
            </a:lvl3pPr>
            <a:lvl4pPr>
              <a:buNone/>
              <a:defRPr sz="2700" b="1">
                <a:solidFill>
                  <a:srgbClr val="F6F8FC"/>
                </a:solidFill>
                <a:latin typeface="Arial"/>
                <a:ea typeface="Arial"/>
                <a:cs typeface="Arial"/>
              </a:defRPr>
            </a:lvl4pPr>
            <a:lvl5pPr>
              <a:buNone/>
              <a:defRPr sz="2700" b="1">
                <a:solidFill>
                  <a:srgbClr val="F6F8FC"/>
                </a:solidFill>
                <a:latin typeface="Arial"/>
                <a:ea typeface="Arial"/>
                <a:cs typeface="Arial"/>
              </a:defRPr>
            </a:lvl5pPr>
            <a:lvl6pPr>
              <a:buNone/>
              <a:defRPr sz="2700" b="1">
                <a:solidFill>
                  <a:srgbClr val="F6F8FC"/>
                </a:solidFill>
                <a:latin typeface="Arial"/>
                <a:ea typeface="Arial"/>
                <a:cs typeface="Arial"/>
              </a:defRPr>
            </a:lvl6pPr>
            <a:lvl7pPr>
              <a:buNone/>
              <a:defRPr sz="2700" b="1">
                <a:solidFill>
                  <a:srgbClr val="F6F8FC"/>
                </a:solidFill>
                <a:latin typeface="Arial"/>
                <a:ea typeface="Arial"/>
                <a:cs typeface="Arial"/>
              </a:defRPr>
            </a:lvl7pPr>
            <a:lvl8pPr>
              <a:buNone/>
              <a:defRPr sz="2700" b="1">
                <a:solidFill>
                  <a:srgbClr val="F6F8FC"/>
                </a:solidFill>
                <a:latin typeface="Arial"/>
                <a:ea typeface="Arial"/>
                <a:cs typeface="Arial"/>
              </a:defRPr>
            </a:lvl8pPr>
            <a:lvl9pPr>
              <a:buNone/>
              <a:defRPr sz="2700" b="1">
                <a:solidFill>
                  <a:srgbClr val="F6F8FC"/>
                </a:solidFill>
                <a:latin typeface="Arial"/>
                <a:ea typeface="Arial"/>
                <a:cs typeface="Arial"/>
              </a:defRPr>
            </a:lvl9pPr>
          </a:lstStyle>
          <a:p xmlns:a="http://schemas.openxmlformats.org/drawingml/2006/main">
            <a:pPr>
              <a:buNone/>
              <a:defRPr sz="2700" b="1">
                <a:solidFill>
                  <a:srgbClr val="F6F8FC"/>
                </a:solidFill>
                <a:latin typeface="Arial"/>
                <a:ea typeface="Arial"/>
                <a:cs typeface="Arial"/>
              </a:defRPr>
            </a:pPr>
            <a:r>
              <a:rPr sz="2700" b="1">
                <a:solidFill>
                  <a:srgbClr val="F6F8F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80CF2F2F-1B56-49BF-996B-A08985B01EE1}"/>
              </a:ext>
            </a:extLst>
          </p:cNvPr>
          <p:cNvSpPr>
            <a:spLocks xmlns:a="http://schemas.openxmlformats.org/drawingml/2006/main" noGrp="1"/>
          </p:cNvSpPr>
          <p:nvPr/>
        </p:nvSpPr>
        <p:spPr>
          <a:xfrm xmlns:a="http://schemas.openxmlformats.org/drawingml/2006/main">
            <a:off x="3000375" y="3448050"/>
            <a:ext cx="5143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B3C3D7"/>
                </a:solidFill>
                <a:latin typeface="Arial"/>
                <a:ea typeface="Arial"/>
                <a:cs typeface="Arial"/>
              </a:defRPr>
            </a:defPPr>
            <a:lvl1pPr>
              <a:buNone/>
              <a:defRPr sz="1800" b="0">
                <a:solidFill>
                  <a:srgbClr val="B3C3D7"/>
                </a:solidFill>
                <a:latin typeface="Arial"/>
                <a:ea typeface="Arial"/>
                <a:cs typeface="Arial"/>
              </a:defRPr>
            </a:lvl1pPr>
            <a:lvl2pPr>
              <a:buNone/>
              <a:defRPr sz="1800" b="0">
                <a:solidFill>
                  <a:srgbClr val="B3C3D7"/>
                </a:solidFill>
                <a:latin typeface="Arial"/>
                <a:ea typeface="Arial"/>
                <a:cs typeface="Arial"/>
              </a:defRPr>
            </a:lvl2pPr>
            <a:lvl3pPr>
              <a:buNone/>
              <a:defRPr sz="1800" b="0">
                <a:solidFill>
                  <a:srgbClr val="B3C3D7"/>
                </a:solidFill>
                <a:latin typeface="Arial"/>
                <a:ea typeface="Arial"/>
                <a:cs typeface="Arial"/>
              </a:defRPr>
            </a:lvl3pPr>
            <a:lvl4pPr>
              <a:buNone/>
              <a:defRPr sz="1800" b="0">
                <a:solidFill>
                  <a:srgbClr val="B3C3D7"/>
                </a:solidFill>
                <a:latin typeface="Arial"/>
                <a:ea typeface="Arial"/>
                <a:cs typeface="Arial"/>
              </a:defRPr>
            </a:lvl4pPr>
            <a:lvl5pPr>
              <a:buNone/>
              <a:defRPr sz="1800" b="0">
                <a:solidFill>
                  <a:srgbClr val="B3C3D7"/>
                </a:solidFill>
                <a:latin typeface="Arial"/>
                <a:ea typeface="Arial"/>
                <a:cs typeface="Arial"/>
              </a:defRPr>
            </a:lvl5pPr>
            <a:lvl6pPr>
              <a:buNone/>
              <a:defRPr sz="1800" b="0">
                <a:solidFill>
                  <a:srgbClr val="B3C3D7"/>
                </a:solidFill>
                <a:latin typeface="Arial"/>
                <a:ea typeface="Arial"/>
                <a:cs typeface="Arial"/>
              </a:defRPr>
            </a:lvl6pPr>
            <a:lvl7pPr>
              <a:buNone/>
              <a:defRPr sz="1800" b="0">
                <a:solidFill>
                  <a:srgbClr val="B3C3D7"/>
                </a:solidFill>
                <a:latin typeface="Arial"/>
                <a:ea typeface="Arial"/>
                <a:cs typeface="Arial"/>
              </a:defRPr>
            </a:lvl7pPr>
            <a:lvl8pPr>
              <a:buNone/>
              <a:defRPr sz="1800" b="0">
                <a:solidFill>
                  <a:srgbClr val="B3C3D7"/>
                </a:solidFill>
                <a:latin typeface="Arial"/>
                <a:ea typeface="Arial"/>
                <a:cs typeface="Arial"/>
              </a:defRPr>
            </a:lvl8pPr>
            <a:lvl9pPr>
              <a:buNone/>
              <a:defRPr sz="1800" b="0">
                <a:solidFill>
                  <a:srgbClr val="B3C3D7"/>
                </a:solidFill>
                <a:latin typeface="Arial"/>
                <a:ea typeface="Arial"/>
                <a:cs typeface="Arial"/>
              </a:defRPr>
            </a:lvl9pPr>
          </a:lstStyle>
          <a:p xmlns:a="http://schemas.openxmlformats.org/drawingml/2006/main">
            <a:pPr>
              <a:buNone/>
              <a:defRPr sz="1800" b="0">
                <a:solidFill>
                  <a:srgbClr val="B3C3D7"/>
                </a:solidFill>
                <a:latin typeface="Arial"/>
                <a:ea typeface="Arial"/>
                <a:cs typeface="Arial"/>
              </a:defRPr>
            </a:pPr>
            <a:r>
              <a:rPr sz="1800" b="0">
                <a:solidFill>
                  <a:srgbClr val="B3C3D7"/>
                </a:solidFill>
                <a:latin typeface="Arial"/>
                <a:ea typeface="Arial"/>
                <a:cs typeface="Arial"/>
              </a:rPr>
              <a:t>To be recorded after the review</a:t>
            </a:r>
          </a:p>
        </p:txBody>
      </p:sp>
      <p:sp>
        <p:nvSpPr>
          <p:cNvPr id="12" name="">
            <a:extLst xmlns:a="http://schemas.openxmlformats.org/drawingml/2006/main">
              <a:ext uri="{FF2B5EF4-FFF2-40B4-BE49-F238E27FC236}">
                <a16:creationId xmlns:a16="http://schemas.microsoft.com/office/drawing/2014/main" id="{B7F763B0-FCCA-4DE0-9777-F7C64624A65F}"/>
              </a:ext>
            </a:extLst>
          </p:cNvPr>
          <p:cNvSpPr>
            <a:spLocks xmlns:a="http://schemas.openxmlformats.org/drawingml/2006/main" noGrp="1"/>
          </p:cNvSpPr>
          <p:nvPr/>
        </p:nvSpPr>
        <p:spPr>
          <a:xfrm xmlns:a="http://schemas.openxmlformats.org/drawingml/2006/main">
            <a:off x="8572500" y="3448050"/>
            <a:ext cx="2905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0">
                <a:solidFill>
                  <a:srgbClr val="B3C3D7"/>
                </a:solidFill>
                <a:latin typeface="Arial"/>
                <a:ea typeface="Arial"/>
                <a:cs typeface="Arial"/>
              </a:defRPr>
            </a:defPPr>
            <a:lvl1pPr>
              <a:buNone/>
              <a:defRPr sz="1575" b="0">
                <a:solidFill>
                  <a:srgbClr val="B3C3D7"/>
                </a:solidFill>
                <a:latin typeface="Arial"/>
                <a:ea typeface="Arial"/>
                <a:cs typeface="Arial"/>
              </a:defRPr>
            </a:lvl1pPr>
            <a:lvl2pPr>
              <a:buNone/>
              <a:defRPr sz="1575" b="0">
                <a:solidFill>
                  <a:srgbClr val="B3C3D7"/>
                </a:solidFill>
                <a:latin typeface="Arial"/>
                <a:ea typeface="Arial"/>
                <a:cs typeface="Arial"/>
              </a:defRPr>
            </a:lvl2pPr>
            <a:lvl3pPr>
              <a:buNone/>
              <a:defRPr sz="1575" b="0">
                <a:solidFill>
                  <a:srgbClr val="B3C3D7"/>
                </a:solidFill>
                <a:latin typeface="Arial"/>
                <a:ea typeface="Arial"/>
                <a:cs typeface="Arial"/>
              </a:defRPr>
            </a:lvl3pPr>
            <a:lvl4pPr>
              <a:buNone/>
              <a:defRPr sz="1575" b="0">
                <a:solidFill>
                  <a:srgbClr val="B3C3D7"/>
                </a:solidFill>
                <a:latin typeface="Arial"/>
                <a:ea typeface="Arial"/>
                <a:cs typeface="Arial"/>
              </a:defRPr>
            </a:lvl4pPr>
            <a:lvl5pPr>
              <a:buNone/>
              <a:defRPr sz="1575" b="0">
                <a:solidFill>
                  <a:srgbClr val="B3C3D7"/>
                </a:solidFill>
                <a:latin typeface="Arial"/>
                <a:ea typeface="Arial"/>
                <a:cs typeface="Arial"/>
              </a:defRPr>
            </a:lvl5pPr>
            <a:lvl6pPr>
              <a:buNone/>
              <a:defRPr sz="1575" b="0">
                <a:solidFill>
                  <a:srgbClr val="B3C3D7"/>
                </a:solidFill>
                <a:latin typeface="Arial"/>
                <a:ea typeface="Arial"/>
                <a:cs typeface="Arial"/>
              </a:defRPr>
            </a:lvl6pPr>
            <a:lvl7pPr>
              <a:buNone/>
              <a:defRPr sz="1575" b="0">
                <a:solidFill>
                  <a:srgbClr val="B3C3D7"/>
                </a:solidFill>
                <a:latin typeface="Arial"/>
                <a:ea typeface="Arial"/>
                <a:cs typeface="Arial"/>
              </a:defRPr>
            </a:lvl7pPr>
            <a:lvl8pPr>
              <a:buNone/>
              <a:defRPr sz="1575" b="0">
                <a:solidFill>
                  <a:srgbClr val="B3C3D7"/>
                </a:solidFill>
                <a:latin typeface="Arial"/>
                <a:ea typeface="Arial"/>
                <a:cs typeface="Arial"/>
              </a:defRPr>
            </a:lvl8pPr>
            <a:lvl9pPr>
              <a:buNone/>
              <a:defRPr sz="1575" b="0">
                <a:solidFill>
                  <a:srgbClr val="B3C3D7"/>
                </a:solidFill>
                <a:latin typeface="Arial"/>
                <a:ea typeface="Arial"/>
                <a:cs typeface="Arial"/>
              </a:defRPr>
            </a:lvl9pPr>
          </a:lstStyle>
          <a:p xmlns:a="http://schemas.openxmlformats.org/drawingml/2006/main">
            <a:pPr>
              <a:buNone/>
              <a:defRPr sz="1575" b="0">
                <a:solidFill>
                  <a:srgbClr val="B3C3D7"/>
                </a:solidFill>
                <a:latin typeface="Arial"/>
                <a:ea typeface="Arial"/>
                <a:cs typeface="Arial"/>
              </a:defRPr>
            </a:pPr>
            <a:r>
              <a:rPr sz="1575" b="0">
                <a:solidFill>
                  <a:srgbClr val="B3C3D7"/>
                </a:solidFill>
                <a:latin typeface="Arial"/>
                <a:ea typeface="Arial"/>
                <a:cs typeface="Arial"/>
              </a:rPr>
              <a:t>To be agreed after the retrospective</a:t>
            </a:r>
          </a:p>
        </p:txBody>
      </p:sp>
      <p:sp>
        <p:nvSpPr>
          <p:cNvPr id="13" name="">
            <a:extLst xmlns:a="http://schemas.openxmlformats.org/drawingml/2006/main">
              <a:ext uri="{FF2B5EF4-FFF2-40B4-BE49-F238E27FC236}">
                <a16:creationId xmlns:a16="http://schemas.microsoft.com/office/drawing/2014/main" id="{615AED81-6005-4F30-9A4C-649AFDE6E219}"/>
              </a:ext>
            </a:extLst>
          </p:cNvPr>
          <p:cNvSpPr>
            <a:spLocks xmlns:a="http://schemas.openxmlformats.org/drawingml/2006/main" noGrp="1"/>
          </p:cNvSpPr>
          <p:nvPr/>
        </p:nvSpPr>
        <p:spPr>
          <a:xfrm xmlns:a="http://schemas.openxmlformats.org/drawingml/2006/main">
            <a:off x="609600" y="4495800"/>
            <a:ext cx="114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700" b="1">
                <a:solidFill>
                  <a:srgbClr val="F6F8FC"/>
                </a:solidFill>
                <a:latin typeface="Arial"/>
                <a:ea typeface="Arial"/>
                <a:cs typeface="Arial"/>
              </a:defRPr>
            </a:defPPr>
            <a:lvl1pPr>
              <a:buNone/>
              <a:defRPr sz="2700" b="1">
                <a:solidFill>
                  <a:srgbClr val="F6F8FC"/>
                </a:solidFill>
                <a:latin typeface="Arial"/>
                <a:ea typeface="Arial"/>
                <a:cs typeface="Arial"/>
              </a:defRPr>
            </a:lvl1pPr>
            <a:lvl2pPr>
              <a:buNone/>
              <a:defRPr sz="2700" b="1">
                <a:solidFill>
                  <a:srgbClr val="F6F8FC"/>
                </a:solidFill>
                <a:latin typeface="Arial"/>
                <a:ea typeface="Arial"/>
                <a:cs typeface="Arial"/>
              </a:defRPr>
            </a:lvl2pPr>
            <a:lvl3pPr>
              <a:buNone/>
              <a:defRPr sz="2700" b="1">
                <a:solidFill>
                  <a:srgbClr val="F6F8FC"/>
                </a:solidFill>
                <a:latin typeface="Arial"/>
                <a:ea typeface="Arial"/>
                <a:cs typeface="Arial"/>
              </a:defRPr>
            </a:lvl3pPr>
            <a:lvl4pPr>
              <a:buNone/>
              <a:defRPr sz="2700" b="1">
                <a:solidFill>
                  <a:srgbClr val="F6F8FC"/>
                </a:solidFill>
                <a:latin typeface="Arial"/>
                <a:ea typeface="Arial"/>
                <a:cs typeface="Arial"/>
              </a:defRPr>
            </a:lvl4pPr>
            <a:lvl5pPr>
              <a:buNone/>
              <a:defRPr sz="2700" b="1">
                <a:solidFill>
                  <a:srgbClr val="F6F8FC"/>
                </a:solidFill>
                <a:latin typeface="Arial"/>
                <a:ea typeface="Arial"/>
                <a:cs typeface="Arial"/>
              </a:defRPr>
            </a:lvl5pPr>
            <a:lvl6pPr>
              <a:buNone/>
              <a:defRPr sz="2700" b="1">
                <a:solidFill>
                  <a:srgbClr val="F6F8FC"/>
                </a:solidFill>
                <a:latin typeface="Arial"/>
                <a:ea typeface="Arial"/>
                <a:cs typeface="Arial"/>
              </a:defRPr>
            </a:lvl6pPr>
            <a:lvl7pPr>
              <a:buNone/>
              <a:defRPr sz="2700" b="1">
                <a:solidFill>
                  <a:srgbClr val="F6F8FC"/>
                </a:solidFill>
                <a:latin typeface="Arial"/>
                <a:ea typeface="Arial"/>
                <a:cs typeface="Arial"/>
              </a:defRPr>
            </a:lvl7pPr>
            <a:lvl8pPr>
              <a:buNone/>
              <a:defRPr sz="2700" b="1">
                <a:solidFill>
                  <a:srgbClr val="F6F8FC"/>
                </a:solidFill>
                <a:latin typeface="Arial"/>
                <a:ea typeface="Arial"/>
                <a:cs typeface="Arial"/>
              </a:defRPr>
            </a:lvl8pPr>
            <a:lvl9pPr>
              <a:buNone/>
              <a:defRPr sz="2700" b="1">
                <a:solidFill>
                  <a:srgbClr val="F6F8FC"/>
                </a:solidFill>
                <a:latin typeface="Arial"/>
                <a:ea typeface="Arial"/>
                <a:cs typeface="Arial"/>
              </a:defRPr>
            </a:lvl9pPr>
          </a:lstStyle>
          <a:p xmlns:a="http://schemas.openxmlformats.org/drawingml/2006/main">
            <a:pPr>
              <a:buNone/>
              <a:defRPr sz="2700" b="1">
                <a:solidFill>
                  <a:srgbClr val="F6F8FC"/>
                </a:solidFill>
                <a:latin typeface="Arial"/>
                <a:ea typeface="Arial"/>
                <a:cs typeface="Arial"/>
              </a:defRPr>
            </a:pPr>
            <a:r>
              <a:rPr sz="2700" b="1">
                <a:solidFill>
                  <a:srgbClr val="F6F8FC"/>
                </a:solidFill>
                <a:latin typeface="Arial"/>
                <a:ea typeface="Arial"/>
                <a:cs typeface="Arial"/>
              </a:rPr>
              <a:t>3</a:t>
            </a:r>
          </a:p>
        </p:txBody>
      </p:sp>
      <p:sp>
        <p:nvSpPr>
          <p:cNvPr id="14" name="">
            <a:extLst xmlns:a="http://schemas.openxmlformats.org/drawingml/2006/main">
              <a:ext uri="{FF2B5EF4-FFF2-40B4-BE49-F238E27FC236}">
                <a16:creationId xmlns:a16="http://schemas.microsoft.com/office/drawing/2014/main" id="{F058EBA9-D3F8-4072-B40D-90033E92A54B}"/>
              </a:ext>
            </a:extLst>
          </p:cNvPr>
          <p:cNvSpPr>
            <a:spLocks xmlns:a="http://schemas.openxmlformats.org/drawingml/2006/main" noGrp="1"/>
          </p:cNvSpPr>
          <p:nvPr/>
        </p:nvSpPr>
        <p:spPr>
          <a:xfrm xmlns:a="http://schemas.openxmlformats.org/drawingml/2006/main">
            <a:off x="3000375" y="4495800"/>
            <a:ext cx="5143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B3C3D7"/>
                </a:solidFill>
                <a:latin typeface="Arial"/>
                <a:ea typeface="Arial"/>
                <a:cs typeface="Arial"/>
              </a:defRPr>
            </a:defPPr>
            <a:lvl1pPr>
              <a:buNone/>
              <a:defRPr sz="1800" b="0">
                <a:solidFill>
                  <a:srgbClr val="B3C3D7"/>
                </a:solidFill>
                <a:latin typeface="Arial"/>
                <a:ea typeface="Arial"/>
                <a:cs typeface="Arial"/>
              </a:defRPr>
            </a:lvl1pPr>
            <a:lvl2pPr>
              <a:buNone/>
              <a:defRPr sz="1800" b="0">
                <a:solidFill>
                  <a:srgbClr val="B3C3D7"/>
                </a:solidFill>
                <a:latin typeface="Arial"/>
                <a:ea typeface="Arial"/>
                <a:cs typeface="Arial"/>
              </a:defRPr>
            </a:lvl2pPr>
            <a:lvl3pPr>
              <a:buNone/>
              <a:defRPr sz="1800" b="0">
                <a:solidFill>
                  <a:srgbClr val="B3C3D7"/>
                </a:solidFill>
                <a:latin typeface="Arial"/>
                <a:ea typeface="Arial"/>
                <a:cs typeface="Arial"/>
              </a:defRPr>
            </a:lvl3pPr>
            <a:lvl4pPr>
              <a:buNone/>
              <a:defRPr sz="1800" b="0">
                <a:solidFill>
                  <a:srgbClr val="B3C3D7"/>
                </a:solidFill>
                <a:latin typeface="Arial"/>
                <a:ea typeface="Arial"/>
                <a:cs typeface="Arial"/>
              </a:defRPr>
            </a:lvl4pPr>
            <a:lvl5pPr>
              <a:buNone/>
              <a:defRPr sz="1800" b="0">
                <a:solidFill>
                  <a:srgbClr val="B3C3D7"/>
                </a:solidFill>
                <a:latin typeface="Arial"/>
                <a:ea typeface="Arial"/>
                <a:cs typeface="Arial"/>
              </a:defRPr>
            </a:lvl5pPr>
            <a:lvl6pPr>
              <a:buNone/>
              <a:defRPr sz="1800" b="0">
                <a:solidFill>
                  <a:srgbClr val="B3C3D7"/>
                </a:solidFill>
                <a:latin typeface="Arial"/>
                <a:ea typeface="Arial"/>
                <a:cs typeface="Arial"/>
              </a:defRPr>
            </a:lvl6pPr>
            <a:lvl7pPr>
              <a:buNone/>
              <a:defRPr sz="1800" b="0">
                <a:solidFill>
                  <a:srgbClr val="B3C3D7"/>
                </a:solidFill>
                <a:latin typeface="Arial"/>
                <a:ea typeface="Arial"/>
                <a:cs typeface="Arial"/>
              </a:defRPr>
            </a:lvl7pPr>
            <a:lvl8pPr>
              <a:buNone/>
              <a:defRPr sz="1800" b="0">
                <a:solidFill>
                  <a:srgbClr val="B3C3D7"/>
                </a:solidFill>
                <a:latin typeface="Arial"/>
                <a:ea typeface="Arial"/>
                <a:cs typeface="Arial"/>
              </a:defRPr>
            </a:lvl8pPr>
            <a:lvl9pPr>
              <a:buNone/>
              <a:defRPr sz="1800" b="0">
                <a:solidFill>
                  <a:srgbClr val="B3C3D7"/>
                </a:solidFill>
                <a:latin typeface="Arial"/>
                <a:ea typeface="Arial"/>
                <a:cs typeface="Arial"/>
              </a:defRPr>
            </a:lvl9pPr>
          </a:lstStyle>
          <a:p xmlns:a="http://schemas.openxmlformats.org/drawingml/2006/main">
            <a:pPr>
              <a:buNone/>
              <a:defRPr sz="1800" b="0">
                <a:solidFill>
                  <a:srgbClr val="B3C3D7"/>
                </a:solidFill>
                <a:latin typeface="Arial"/>
                <a:ea typeface="Arial"/>
                <a:cs typeface="Arial"/>
              </a:defRPr>
            </a:pPr>
            <a:r>
              <a:rPr sz="1800" b="0">
                <a:solidFill>
                  <a:srgbClr val="B3C3D7"/>
                </a:solidFill>
                <a:latin typeface="Arial"/>
                <a:ea typeface="Arial"/>
                <a:cs typeface="Arial"/>
              </a:rPr>
              <a:t>To be recorded after the review</a:t>
            </a:r>
          </a:p>
        </p:txBody>
      </p:sp>
      <p:sp>
        <p:nvSpPr>
          <p:cNvPr id="15" name="">
            <a:extLst xmlns:a="http://schemas.openxmlformats.org/drawingml/2006/main">
              <a:ext uri="{FF2B5EF4-FFF2-40B4-BE49-F238E27FC236}">
                <a16:creationId xmlns:a16="http://schemas.microsoft.com/office/drawing/2014/main" id="{F303F933-186E-4125-9F37-94A40AC3E30A}"/>
              </a:ext>
            </a:extLst>
          </p:cNvPr>
          <p:cNvSpPr>
            <a:spLocks xmlns:a="http://schemas.openxmlformats.org/drawingml/2006/main" noGrp="1"/>
          </p:cNvSpPr>
          <p:nvPr/>
        </p:nvSpPr>
        <p:spPr>
          <a:xfrm xmlns:a="http://schemas.openxmlformats.org/drawingml/2006/main">
            <a:off x="8572500" y="4495800"/>
            <a:ext cx="2905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0">
                <a:solidFill>
                  <a:srgbClr val="B3C3D7"/>
                </a:solidFill>
                <a:latin typeface="Arial"/>
                <a:ea typeface="Arial"/>
                <a:cs typeface="Arial"/>
              </a:defRPr>
            </a:defPPr>
            <a:lvl1pPr>
              <a:buNone/>
              <a:defRPr sz="1575" b="0">
                <a:solidFill>
                  <a:srgbClr val="B3C3D7"/>
                </a:solidFill>
                <a:latin typeface="Arial"/>
                <a:ea typeface="Arial"/>
                <a:cs typeface="Arial"/>
              </a:defRPr>
            </a:lvl1pPr>
            <a:lvl2pPr>
              <a:buNone/>
              <a:defRPr sz="1575" b="0">
                <a:solidFill>
                  <a:srgbClr val="B3C3D7"/>
                </a:solidFill>
                <a:latin typeface="Arial"/>
                <a:ea typeface="Arial"/>
                <a:cs typeface="Arial"/>
              </a:defRPr>
            </a:lvl2pPr>
            <a:lvl3pPr>
              <a:buNone/>
              <a:defRPr sz="1575" b="0">
                <a:solidFill>
                  <a:srgbClr val="B3C3D7"/>
                </a:solidFill>
                <a:latin typeface="Arial"/>
                <a:ea typeface="Arial"/>
                <a:cs typeface="Arial"/>
              </a:defRPr>
            </a:lvl3pPr>
            <a:lvl4pPr>
              <a:buNone/>
              <a:defRPr sz="1575" b="0">
                <a:solidFill>
                  <a:srgbClr val="B3C3D7"/>
                </a:solidFill>
                <a:latin typeface="Arial"/>
                <a:ea typeface="Arial"/>
                <a:cs typeface="Arial"/>
              </a:defRPr>
            </a:lvl4pPr>
            <a:lvl5pPr>
              <a:buNone/>
              <a:defRPr sz="1575" b="0">
                <a:solidFill>
                  <a:srgbClr val="B3C3D7"/>
                </a:solidFill>
                <a:latin typeface="Arial"/>
                <a:ea typeface="Arial"/>
                <a:cs typeface="Arial"/>
              </a:defRPr>
            </a:lvl5pPr>
            <a:lvl6pPr>
              <a:buNone/>
              <a:defRPr sz="1575" b="0">
                <a:solidFill>
                  <a:srgbClr val="B3C3D7"/>
                </a:solidFill>
                <a:latin typeface="Arial"/>
                <a:ea typeface="Arial"/>
                <a:cs typeface="Arial"/>
              </a:defRPr>
            </a:lvl6pPr>
            <a:lvl7pPr>
              <a:buNone/>
              <a:defRPr sz="1575" b="0">
                <a:solidFill>
                  <a:srgbClr val="B3C3D7"/>
                </a:solidFill>
                <a:latin typeface="Arial"/>
                <a:ea typeface="Arial"/>
                <a:cs typeface="Arial"/>
              </a:defRPr>
            </a:lvl7pPr>
            <a:lvl8pPr>
              <a:buNone/>
              <a:defRPr sz="1575" b="0">
                <a:solidFill>
                  <a:srgbClr val="B3C3D7"/>
                </a:solidFill>
                <a:latin typeface="Arial"/>
                <a:ea typeface="Arial"/>
                <a:cs typeface="Arial"/>
              </a:defRPr>
            </a:lvl8pPr>
            <a:lvl9pPr>
              <a:buNone/>
              <a:defRPr sz="1575" b="0">
                <a:solidFill>
                  <a:srgbClr val="B3C3D7"/>
                </a:solidFill>
                <a:latin typeface="Arial"/>
                <a:ea typeface="Arial"/>
                <a:cs typeface="Arial"/>
              </a:defRPr>
            </a:lvl9pPr>
          </a:lstStyle>
          <a:p xmlns:a="http://schemas.openxmlformats.org/drawingml/2006/main">
            <a:pPr>
              <a:buNone/>
              <a:defRPr sz="1575" b="0">
                <a:solidFill>
                  <a:srgbClr val="B3C3D7"/>
                </a:solidFill>
                <a:latin typeface="Arial"/>
                <a:ea typeface="Arial"/>
                <a:cs typeface="Arial"/>
              </a:defRPr>
            </a:pPr>
            <a:r>
              <a:rPr sz="1575" b="0">
                <a:solidFill>
                  <a:srgbClr val="B3C3D7"/>
                </a:solidFill>
                <a:latin typeface="Arial"/>
                <a:ea typeface="Arial"/>
                <a:cs typeface="Arial"/>
              </a:rPr>
              <a:t>To be agreed after the retrospective</a:t>
            </a:r>
          </a:p>
        </p:txBody>
      </p:sp>
      <p:sp>
        <p:nvSpPr>
          <p:cNvPr id="16" name="">
            <a:extLst xmlns:a="http://schemas.openxmlformats.org/drawingml/2006/main">
              <a:ext uri="{FF2B5EF4-FFF2-40B4-BE49-F238E27FC236}">
                <a16:creationId xmlns:a16="http://schemas.microsoft.com/office/drawing/2014/main" id="{651DDB8E-CEDB-4203-949C-2ACCC7589D9C}"/>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No sprint review, retrospective, or participant feedback is claimed yet</a:t>
            </a:r>
          </a:p>
        </p:txBody>
      </p:sp>
    </p:spTree>
    <p:extLst>
      <p:ext uri="{BB962C8B-B14F-4D97-AF65-F5344CB8AC3E}">
        <p14:creationId xmlns:p14="http://schemas.microsoft.com/office/powerpoint/2010/main" val="587718035"/>
      </p:ext>
    </p:extLst>
  </p:cSld>
</p:sld>
</file>

<file path=ppt/slides/slide10.xml><?xml version="1.0" encoding="utf-8"?>
<p:sld xmlns:p="http://schemas.openxmlformats.org/presentationml/2006/main">
  <p:cSld>
    <p:bg>
      <p:bgPr>
        <a:solidFill xmlns:a="http://schemas.openxmlformats.org/drawingml/2006/main">
          <a:srgbClr val="0D17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C3EA6-4BD8-47B8-B564-5D6D3AAA5616}"/>
              </a:ext>
            </a:extLst>
          </p:cNvPr>
          <p:cNvSpPr>
            <a:spLocks xmlns:a="http://schemas.openxmlformats.org/drawingml/2006/main" noGrp="1"/>
          </p:cNvSpPr>
          <p:nvPr/>
        </p:nvSpPr>
        <p:spPr>
          <a:xfrm xmlns:a="http://schemas.openxmlformats.org/drawingml/2006/main">
            <a:off x="609600" y="314325"/>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125" b="1">
                <a:solidFill>
                  <a:srgbClr val="55C3F2"/>
                </a:solidFill>
                <a:latin typeface="Arial"/>
                <a:ea typeface="Arial"/>
                <a:cs typeface="Arial"/>
              </a:defRPr>
            </a:defPPr>
            <a:lvl1pPr>
              <a:buNone/>
              <a:defRPr sz="1125" b="1">
                <a:solidFill>
                  <a:srgbClr val="55C3F2"/>
                </a:solidFill>
                <a:latin typeface="Arial"/>
                <a:ea typeface="Arial"/>
                <a:cs typeface="Arial"/>
              </a:defRPr>
            </a:lvl1pPr>
            <a:lvl2pPr>
              <a:buNone/>
              <a:defRPr sz="1125" b="1">
                <a:solidFill>
                  <a:srgbClr val="55C3F2"/>
                </a:solidFill>
                <a:latin typeface="Arial"/>
                <a:ea typeface="Arial"/>
                <a:cs typeface="Arial"/>
              </a:defRPr>
            </a:lvl2pPr>
            <a:lvl3pPr>
              <a:buNone/>
              <a:defRPr sz="1125" b="1">
                <a:solidFill>
                  <a:srgbClr val="55C3F2"/>
                </a:solidFill>
                <a:latin typeface="Arial"/>
                <a:ea typeface="Arial"/>
                <a:cs typeface="Arial"/>
              </a:defRPr>
            </a:lvl3pPr>
            <a:lvl4pPr>
              <a:buNone/>
              <a:defRPr sz="1125" b="1">
                <a:solidFill>
                  <a:srgbClr val="55C3F2"/>
                </a:solidFill>
                <a:latin typeface="Arial"/>
                <a:ea typeface="Arial"/>
                <a:cs typeface="Arial"/>
              </a:defRPr>
            </a:lvl4pPr>
            <a:lvl5pPr>
              <a:buNone/>
              <a:defRPr sz="1125" b="1">
                <a:solidFill>
                  <a:srgbClr val="55C3F2"/>
                </a:solidFill>
                <a:latin typeface="Arial"/>
                <a:ea typeface="Arial"/>
                <a:cs typeface="Arial"/>
              </a:defRPr>
            </a:lvl5pPr>
            <a:lvl6pPr>
              <a:buNone/>
              <a:defRPr sz="1125" b="1">
                <a:solidFill>
                  <a:srgbClr val="55C3F2"/>
                </a:solidFill>
                <a:latin typeface="Arial"/>
                <a:ea typeface="Arial"/>
                <a:cs typeface="Arial"/>
              </a:defRPr>
            </a:lvl6pPr>
            <a:lvl7pPr>
              <a:buNone/>
              <a:defRPr sz="1125" b="1">
                <a:solidFill>
                  <a:srgbClr val="55C3F2"/>
                </a:solidFill>
                <a:latin typeface="Arial"/>
                <a:ea typeface="Arial"/>
                <a:cs typeface="Arial"/>
              </a:defRPr>
            </a:lvl7pPr>
            <a:lvl8pPr>
              <a:buNone/>
              <a:defRPr sz="1125" b="1">
                <a:solidFill>
                  <a:srgbClr val="55C3F2"/>
                </a:solidFill>
                <a:latin typeface="Arial"/>
                <a:ea typeface="Arial"/>
                <a:cs typeface="Arial"/>
              </a:defRPr>
            </a:lvl8pPr>
            <a:lvl9pPr>
              <a:buNone/>
              <a:defRPr sz="1125" b="1">
                <a:solidFill>
                  <a:srgbClr val="55C3F2"/>
                </a:solidFill>
                <a:latin typeface="Arial"/>
                <a:ea typeface="Arial"/>
                <a:cs typeface="Arial"/>
              </a:defRPr>
            </a:lvl9pPr>
          </a:lstStyle>
          <a:p xmlns:a="http://schemas.openxmlformats.org/drawingml/2006/main">
            <a:pPr>
              <a:buNone/>
              <a:defRPr sz="1125" b="1">
                <a:solidFill>
                  <a:srgbClr val="55C3F2"/>
                </a:solidFill>
                <a:latin typeface="Arial"/>
                <a:ea typeface="Arial"/>
                <a:cs typeface="Arial"/>
              </a:defRPr>
            </a:pPr>
            <a:r>
              <a:rPr sz="1125" b="1">
                <a:solidFill>
                  <a:srgbClr val="55C3F2"/>
                </a:solidFill>
                <a:latin typeface="Arial"/>
                <a:ea typeface="Arial"/>
                <a:cs typeface="Arial"/>
              </a:rPr>
              <a:t>SILENTBEACON  /  SE-2416</a:t>
            </a:r>
          </a:p>
        </p:txBody>
      </p:sp>
      <p:sp>
        <p:nvSpPr>
          <p:cNvPr id="2" name="">
            <a:extLst xmlns:a="http://schemas.openxmlformats.org/drawingml/2006/main">
              <a:ext uri="{FF2B5EF4-FFF2-40B4-BE49-F238E27FC236}">
                <a16:creationId xmlns:a16="http://schemas.microsoft.com/office/drawing/2014/main" id="{1D350DD6-9E01-4E19-8608-C3F7E80E180C}"/>
              </a:ext>
            </a:extLst>
          </p:cNvPr>
          <p:cNvSpPr>
            <a:spLocks xmlns:a="http://schemas.openxmlformats.org/drawingml/2006/main" noGrp="1"/>
          </p:cNvSpPr>
          <p:nvPr/>
        </p:nvSpPr>
        <p:spPr>
          <a:xfrm xmlns:a="http://schemas.openxmlformats.org/drawingml/2006/main">
            <a:off x="609600" y="8191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925" b="1">
                <a:solidFill>
                  <a:srgbClr val="F6F8FC"/>
                </a:solidFill>
                <a:latin typeface="Arial"/>
                <a:ea typeface="Arial"/>
                <a:cs typeface="Arial"/>
              </a:defRPr>
            </a:defPPr>
            <a:lvl1pPr>
              <a:buNone/>
              <a:defRPr sz="2925" b="1">
                <a:solidFill>
                  <a:srgbClr val="F6F8FC"/>
                </a:solidFill>
                <a:latin typeface="Arial"/>
                <a:ea typeface="Arial"/>
                <a:cs typeface="Arial"/>
              </a:defRPr>
            </a:lvl1pPr>
            <a:lvl2pPr>
              <a:buNone/>
              <a:defRPr sz="2925" b="1">
                <a:solidFill>
                  <a:srgbClr val="F6F8FC"/>
                </a:solidFill>
                <a:latin typeface="Arial"/>
                <a:ea typeface="Arial"/>
                <a:cs typeface="Arial"/>
              </a:defRPr>
            </a:lvl2pPr>
            <a:lvl3pPr>
              <a:buNone/>
              <a:defRPr sz="2925" b="1">
                <a:solidFill>
                  <a:srgbClr val="F6F8FC"/>
                </a:solidFill>
                <a:latin typeface="Arial"/>
                <a:ea typeface="Arial"/>
                <a:cs typeface="Arial"/>
              </a:defRPr>
            </a:lvl3pPr>
            <a:lvl4pPr>
              <a:buNone/>
              <a:defRPr sz="2925" b="1">
                <a:solidFill>
                  <a:srgbClr val="F6F8FC"/>
                </a:solidFill>
                <a:latin typeface="Arial"/>
                <a:ea typeface="Arial"/>
                <a:cs typeface="Arial"/>
              </a:defRPr>
            </a:lvl4pPr>
            <a:lvl5pPr>
              <a:buNone/>
              <a:defRPr sz="2925" b="1">
                <a:solidFill>
                  <a:srgbClr val="F6F8FC"/>
                </a:solidFill>
                <a:latin typeface="Arial"/>
                <a:ea typeface="Arial"/>
                <a:cs typeface="Arial"/>
              </a:defRPr>
            </a:lvl5pPr>
            <a:lvl6pPr>
              <a:buNone/>
              <a:defRPr sz="2925" b="1">
                <a:solidFill>
                  <a:srgbClr val="F6F8FC"/>
                </a:solidFill>
                <a:latin typeface="Arial"/>
                <a:ea typeface="Arial"/>
                <a:cs typeface="Arial"/>
              </a:defRPr>
            </a:lvl6pPr>
            <a:lvl7pPr>
              <a:buNone/>
              <a:defRPr sz="2925" b="1">
                <a:solidFill>
                  <a:srgbClr val="F6F8FC"/>
                </a:solidFill>
                <a:latin typeface="Arial"/>
                <a:ea typeface="Arial"/>
                <a:cs typeface="Arial"/>
              </a:defRPr>
            </a:lvl7pPr>
            <a:lvl8pPr>
              <a:buNone/>
              <a:defRPr sz="2925" b="1">
                <a:solidFill>
                  <a:srgbClr val="F6F8FC"/>
                </a:solidFill>
                <a:latin typeface="Arial"/>
                <a:ea typeface="Arial"/>
                <a:cs typeface="Arial"/>
              </a:defRPr>
            </a:lvl8pPr>
            <a:lvl9pPr>
              <a:buNone/>
              <a:defRPr sz="2925" b="1">
                <a:solidFill>
                  <a:srgbClr val="F6F8FC"/>
                </a:solidFill>
                <a:latin typeface="Arial"/>
                <a:ea typeface="Arial"/>
                <a:cs typeface="Arial"/>
              </a:defRPr>
            </a:lvl9pPr>
          </a:lstStyle>
          <a:p xmlns:a="http://schemas.openxmlformats.org/drawingml/2006/main">
            <a:pPr>
              <a:buNone/>
              <a:defRPr sz="2925" b="1">
                <a:solidFill>
                  <a:srgbClr val="F6F8FC"/>
                </a:solidFill>
                <a:latin typeface="Arial"/>
                <a:ea typeface="Arial"/>
                <a:cs typeface="Arial"/>
              </a:defRPr>
            </a:pPr>
            <a:r>
              <a:rPr sz="2925" b="1">
                <a:solidFill>
                  <a:srgbClr val="F6F8FC"/>
                </a:solidFill>
                <a:latin typeface="Arial"/>
                <a:ea typeface="Arial"/>
                <a:cs typeface="Arial"/>
              </a:rPr>
              <a:t>Risks, completion standard and defense</a:t>
            </a:r>
          </a:p>
        </p:txBody>
      </p:sp>
      <p:sp>
        <p:nvSpPr>
          <p:cNvPr id="3" name="">
            <a:extLst xmlns:a="http://schemas.openxmlformats.org/drawingml/2006/main">
              <a:ext uri="{FF2B5EF4-FFF2-40B4-BE49-F238E27FC236}">
                <a16:creationId xmlns:a16="http://schemas.microsoft.com/office/drawing/2014/main" id="{A5BEE681-8E46-4E68-9D88-76549990F064}"/>
              </a:ext>
            </a:extLst>
          </p:cNvPr>
          <p:cNvSpPr>
            <a:spLocks xmlns:a="http://schemas.openxmlformats.org/drawingml/2006/main" noGrp="1"/>
          </p:cNvSpPr>
          <p:nvPr/>
        </p:nvSpPr>
        <p:spPr>
          <a:xfrm xmlns:a="http://schemas.openxmlformats.org/drawingml/2006/main">
            <a:off x="11049000" y="6315075"/>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85A1BD"/>
                </a:solidFill>
                <a:latin typeface="Arial"/>
                <a:ea typeface="Arial"/>
                <a:cs typeface="Arial"/>
              </a:defRPr>
            </a:defPPr>
            <a:lvl1pPr>
              <a:buNone/>
              <a:defRPr sz="1050" b="0">
                <a:solidFill>
                  <a:srgbClr val="85A1BD"/>
                </a:solidFill>
                <a:latin typeface="Arial"/>
                <a:ea typeface="Arial"/>
                <a:cs typeface="Arial"/>
              </a:defRPr>
            </a:lvl1pPr>
            <a:lvl2pPr>
              <a:buNone/>
              <a:defRPr sz="1050" b="0">
                <a:solidFill>
                  <a:srgbClr val="85A1BD"/>
                </a:solidFill>
                <a:latin typeface="Arial"/>
                <a:ea typeface="Arial"/>
                <a:cs typeface="Arial"/>
              </a:defRPr>
            </a:lvl2pPr>
            <a:lvl3pPr>
              <a:buNone/>
              <a:defRPr sz="1050" b="0">
                <a:solidFill>
                  <a:srgbClr val="85A1BD"/>
                </a:solidFill>
                <a:latin typeface="Arial"/>
                <a:ea typeface="Arial"/>
                <a:cs typeface="Arial"/>
              </a:defRPr>
            </a:lvl3pPr>
            <a:lvl4pPr>
              <a:buNone/>
              <a:defRPr sz="1050" b="0">
                <a:solidFill>
                  <a:srgbClr val="85A1BD"/>
                </a:solidFill>
                <a:latin typeface="Arial"/>
                <a:ea typeface="Arial"/>
                <a:cs typeface="Arial"/>
              </a:defRPr>
            </a:lvl4pPr>
            <a:lvl5pPr>
              <a:buNone/>
              <a:defRPr sz="1050" b="0">
                <a:solidFill>
                  <a:srgbClr val="85A1BD"/>
                </a:solidFill>
                <a:latin typeface="Arial"/>
                <a:ea typeface="Arial"/>
                <a:cs typeface="Arial"/>
              </a:defRPr>
            </a:lvl5pPr>
            <a:lvl6pPr>
              <a:buNone/>
              <a:defRPr sz="1050" b="0">
                <a:solidFill>
                  <a:srgbClr val="85A1BD"/>
                </a:solidFill>
                <a:latin typeface="Arial"/>
                <a:ea typeface="Arial"/>
                <a:cs typeface="Arial"/>
              </a:defRPr>
            </a:lvl6pPr>
            <a:lvl7pPr>
              <a:buNone/>
              <a:defRPr sz="1050" b="0">
                <a:solidFill>
                  <a:srgbClr val="85A1BD"/>
                </a:solidFill>
                <a:latin typeface="Arial"/>
                <a:ea typeface="Arial"/>
                <a:cs typeface="Arial"/>
              </a:defRPr>
            </a:lvl7pPr>
            <a:lvl8pPr>
              <a:buNone/>
              <a:defRPr sz="1050" b="0">
                <a:solidFill>
                  <a:srgbClr val="85A1BD"/>
                </a:solidFill>
                <a:latin typeface="Arial"/>
                <a:ea typeface="Arial"/>
                <a:cs typeface="Arial"/>
              </a:defRPr>
            </a:lvl8pPr>
            <a:lvl9pPr>
              <a:buNone/>
              <a:defRPr sz="1050" b="0">
                <a:solidFill>
                  <a:srgbClr val="85A1BD"/>
                </a:solidFill>
                <a:latin typeface="Arial"/>
                <a:ea typeface="Arial"/>
                <a:cs typeface="Arial"/>
              </a:defRPr>
            </a:lvl9pPr>
          </a:lstStyle>
          <a:p xmlns:a="http://schemas.openxmlformats.org/drawingml/2006/main">
            <a:pPr>
              <a:buNone/>
              <a:defRPr sz="1050" b="0">
                <a:solidFill>
                  <a:srgbClr val="85A1BD"/>
                </a:solidFill>
                <a:latin typeface="Arial"/>
                <a:ea typeface="Arial"/>
                <a:cs typeface="Arial"/>
              </a:defRPr>
            </a:pPr>
            <a:r>
              <a:rPr sz="1050" b="0">
                <a:solidFill>
                  <a:srgbClr val="85A1BD"/>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700E7259-E25E-48E1-A8DD-F1531A8EA315}"/>
              </a:ext>
            </a:extLst>
          </p:cNvPr>
          <p:cNvSpPr>
            <a:spLocks xmlns:a="http://schemas.openxmlformats.org/drawingml/2006/main" noGrp="1"/>
          </p:cNvSpPr>
          <p:nvPr/>
        </p:nvSpPr>
        <p:spPr>
          <a:xfrm xmlns:a="http://schemas.openxmlformats.org/drawingml/2006/main">
            <a:off x="609600" y="161925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Capacity</a:t>
            </a:r>
          </a:p>
        </p:txBody>
      </p:sp>
      <p:sp>
        <p:nvSpPr>
          <p:cNvPr id="5" name="">
            <a:extLst xmlns:a="http://schemas.openxmlformats.org/drawingml/2006/main">
              <a:ext uri="{FF2B5EF4-FFF2-40B4-BE49-F238E27FC236}">
                <a16:creationId xmlns:a16="http://schemas.microsoft.com/office/drawing/2014/main" id="{9F41B789-CBD1-4B35-86FF-637AE47F95FE}"/>
              </a:ext>
            </a:extLst>
          </p:cNvPr>
          <p:cNvSpPr>
            <a:spLocks xmlns:a="http://schemas.openxmlformats.org/drawingml/2006/main" noGrp="1"/>
          </p:cNvSpPr>
          <p:nvPr/>
        </p:nvSpPr>
        <p:spPr>
          <a:xfrm xmlns:a="http://schemas.openxmlformats.org/drawingml/2006/main">
            <a:off x="3571875" y="161925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Confirm availability and select a feasible three-week sprint forecast.</a:t>
            </a:r>
          </a:p>
        </p:txBody>
      </p:sp>
      <p:sp>
        <p:nvSpPr>
          <p:cNvPr id="6" name="">
            <a:extLst xmlns:a="http://schemas.openxmlformats.org/drawingml/2006/main">
              <a:ext uri="{FF2B5EF4-FFF2-40B4-BE49-F238E27FC236}">
                <a16:creationId xmlns:a16="http://schemas.microsoft.com/office/drawing/2014/main" id="{2272524F-6482-4925-A628-D76447065821}"/>
              </a:ext>
            </a:extLst>
          </p:cNvPr>
          <p:cNvSpPr>
            <a:spLocks xmlns:a="http://schemas.openxmlformats.org/drawingml/2006/main" noGrp="1"/>
          </p:cNvSpPr>
          <p:nvPr/>
        </p:nvSpPr>
        <p:spPr>
          <a:xfrm xmlns:a="http://schemas.openxmlformats.org/drawingml/2006/main">
            <a:off x="609600" y="24860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Evidence</a:t>
            </a:r>
          </a:p>
        </p:txBody>
      </p:sp>
      <p:sp>
        <p:nvSpPr>
          <p:cNvPr id="7" name="">
            <a:extLst xmlns:a="http://schemas.openxmlformats.org/drawingml/2006/main">
              <a:ext uri="{FF2B5EF4-FFF2-40B4-BE49-F238E27FC236}">
                <a16:creationId xmlns:a16="http://schemas.microsoft.com/office/drawing/2014/main" id="{FA28DF05-BB44-44D2-B22F-083621B0CEBB}"/>
              </a:ext>
            </a:extLst>
          </p:cNvPr>
          <p:cNvSpPr>
            <a:spLocks xmlns:a="http://schemas.openxmlformats.org/drawingml/2006/main" noGrp="1"/>
          </p:cNvSpPr>
          <p:nvPr/>
        </p:nvSpPr>
        <p:spPr>
          <a:xfrm xmlns:a="http://schemas.openxmlformats.org/drawingml/2006/main">
            <a:off x="3571875" y="248602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Review the prototype with a second team member and record real outcomes.</a:t>
            </a:r>
          </a:p>
        </p:txBody>
      </p:sp>
      <p:sp>
        <p:nvSpPr>
          <p:cNvPr id="8" name="">
            <a:extLst xmlns:a="http://schemas.openxmlformats.org/drawingml/2006/main">
              <a:ext uri="{FF2B5EF4-FFF2-40B4-BE49-F238E27FC236}">
                <a16:creationId xmlns:a16="http://schemas.microsoft.com/office/drawing/2014/main" id="{75B1FA23-49D0-4AE5-B754-58F4A59B4C43}"/>
              </a:ext>
            </a:extLst>
          </p:cNvPr>
          <p:cNvSpPr>
            <a:spLocks xmlns:a="http://schemas.openxmlformats.org/drawingml/2006/main" noGrp="1"/>
          </p:cNvSpPr>
          <p:nvPr/>
        </p:nvSpPr>
        <p:spPr>
          <a:xfrm xmlns:a="http://schemas.openxmlformats.org/drawingml/2006/main">
            <a:off x="609600" y="33528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Accuracy</a:t>
            </a:r>
          </a:p>
        </p:txBody>
      </p:sp>
      <p:sp>
        <p:nvSpPr>
          <p:cNvPr id="9" name="">
            <a:extLst xmlns:a="http://schemas.openxmlformats.org/drawingml/2006/main">
              <a:ext uri="{FF2B5EF4-FFF2-40B4-BE49-F238E27FC236}">
                <a16:creationId xmlns:a16="http://schemas.microsoft.com/office/drawing/2014/main" id="{204110D4-58E4-43F1-8392-ED3EABB859A6}"/>
              </a:ext>
            </a:extLst>
          </p:cNvPr>
          <p:cNvSpPr>
            <a:spLocks xmlns:a="http://schemas.openxmlformats.org/drawingml/2006/main" noGrp="1"/>
          </p:cNvSpPr>
          <p:nvPr/>
        </p:nvSpPr>
        <p:spPr>
          <a:xfrm xmlns:a="http://schemas.openxmlformats.org/drawingml/2006/main">
            <a:off x="3571875" y="3352800"/>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Keep campus data illustrative and proposed rewards subject to approval.</a:t>
            </a:r>
          </a:p>
        </p:txBody>
      </p:sp>
      <p:sp>
        <p:nvSpPr>
          <p:cNvPr id="10" name="">
            <a:extLst xmlns:a="http://schemas.openxmlformats.org/drawingml/2006/main">
              <a:ext uri="{FF2B5EF4-FFF2-40B4-BE49-F238E27FC236}">
                <a16:creationId xmlns:a16="http://schemas.microsoft.com/office/drawing/2014/main" id="{B9E1A631-8B1A-45A8-9BC3-CBBCEB0216BF}"/>
              </a:ext>
            </a:extLst>
          </p:cNvPr>
          <p:cNvSpPr>
            <a:spLocks xmlns:a="http://schemas.openxmlformats.org/drawingml/2006/main" noGrp="1"/>
          </p:cNvSpPr>
          <p:nvPr/>
        </p:nvSpPr>
        <p:spPr>
          <a:xfrm xmlns:a="http://schemas.openxmlformats.org/drawingml/2006/main">
            <a:off x="609600" y="421957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55C3F2"/>
                </a:solidFill>
                <a:latin typeface="Arial"/>
                <a:ea typeface="Arial"/>
                <a:cs typeface="Arial"/>
              </a:defRPr>
            </a:defPPr>
            <a:lvl1pPr>
              <a:buNone/>
              <a:defRPr sz="1875" b="1">
                <a:solidFill>
                  <a:srgbClr val="55C3F2"/>
                </a:solidFill>
                <a:latin typeface="Arial"/>
                <a:ea typeface="Arial"/>
                <a:cs typeface="Arial"/>
              </a:defRPr>
            </a:lvl1pPr>
            <a:lvl2pPr>
              <a:buNone/>
              <a:defRPr sz="1875" b="1">
                <a:solidFill>
                  <a:srgbClr val="55C3F2"/>
                </a:solidFill>
                <a:latin typeface="Arial"/>
                <a:ea typeface="Arial"/>
                <a:cs typeface="Arial"/>
              </a:defRPr>
            </a:lvl2pPr>
            <a:lvl3pPr>
              <a:buNone/>
              <a:defRPr sz="1875" b="1">
                <a:solidFill>
                  <a:srgbClr val="55C3F2"/>
                </a:solidFill>
                <a:latin typeface="Arial"/>
                <a:ea typeface="Arial"/>
                <a:cs typeface="Arial"/>
              </a:defRPr>
            </a:lvl3pPr>
            <a:lvl4pPr>
              <a:buNone/>
              <a:defRPr sz="1875" b="1">
                <a:solidFill>
                  <a:srgbClr val="55C3F2"/>
                </a:solidFill>
                <a:latin typeface="Arial"/>
                <a:ea typeface="Arial"/>
                <a:cs typeface="Arial"/>
              </a:defRPr>
            </a:lvl4pPr>
            <a:lvl5pPr>
              <a:buNone/>
              <a:defRPr sz="1875" b="1">
                <a:solidFill>
                  <a:srgbClr val="55C3F2"/>
                </a:solidFill>
                <a:latin typeface="Arial"/>
                <a:ea typeface="Arial"/>
                <a:cs typeface="Arial"/>
              </a:defRPr>
            </a:lvl5pPr>
            <a:lvl6pPr>
              <a:buNone/>
              <a:defRPr sz="1875" b="1">
                <a:solidFill>
                  <a:srgbClr val="55C3F2"/>
                </a:solidFill>
                <a:latin typeface="Arial"/>
                <a:ea typeface="Arial"/>
                <a:cs typeface="Arial"/>
              </a:defRPr>
            </a:lvl6pPr>
            <a:lvl7pPr>
              <a:buNone/>
              <a:defRPr sz="1875" b="1">
                <a:solidFill>
                  <a:srgbClr val="55C3F2"/>
                </a:solidFill>
                <a:latin typeface="Arial"/>
                <a:ea typeface="Arial"/>
                <a:cs typeface="Arial"/>
              </a:defRPr>
            </a:lvl7pPr>
            <a:lvl8pPr>
              <a:buNone/>
              <a:defRPr sz="1875" b="1">
                <a:solidFill>
                  <a:srgbClr val="55C3F2"/>
                </a:solidFill>
                <a:latin typeface="Arial"/>
                <a:ea typeface="Arial"/>
                <a:cs typeface="Arial"/>
              </a:defRPr>
            </a:lvl8pPr>
            <a:lvl9pPr>
              <a:buNone/>
              <a:defRPr sz="1875" b="1">
                <a:solidFill>
                  <a:srgbClr val="55C3F2"/>
                </a:solidFill>
                <a:latin typeface="Arial"/>
                <a:ea typeface="Arial"/>
                <a:cs typeface="Arial"/>
              </a:defRPr>
            </a:lvl9pPr>
          </a:lstStyle>
          <a:p xmlns:a="http://schemas.openxmlformats.org/drawingml/2006/main">
            <a:pPr>
              <a:buNone/>
              <a:defRPr sz="1875" b="1">
                <a:solidFill>
                  <a:srgbClr val="55C3F2"/>
                </a:solidFill>
                <a:latin typeface="Arial"/>
                <a:ea typeface="Arial"/>
                <a:cs typeface="Arial"/>
              </a:defRPr>
            </a:pPr>
            <a:r>
              <a:rPr sz="1875" b="1">
                <a:solidFill>
                  <a:srgbClr val="55C3F2"/>
                </a:solidFill>
                <a:latin typeface="Arial"/>
                <a:ea typeface="Arial"/>
                <a:cs typeface="Arial"/>
              </a:rPr>
              <a:t>Before defense</a:t>
            </a:r>
          </a:p>
        </p:txBody>
      </p:sp>
      <p:sp>
        <p:nvSpPr>
          <p:cNvPr id="11" name="">
            <a:extLst xmlns:a="http://schemas.openxmlformats.org/drawingml/2006/main">
              <a:ext uri="{FF2B5EF4-FFF2-40B4-BE49-F238E27FC236}">
                <a16:creationId xmlns:a16="http://schemas.microsoft.com/office/drawing/2014/main" id="{EAD03640-9A9D-4336-8254-62853C49E6DE}"/>
              </a:ext>
            </a:extLst>
          </p:cNvPr>
          <p:cNvSpPr>
            <a:spLocks xmlns:a="http://schemas.openxmlformats.org/drawingml/2006/main" noGrp="1"/>
          </p:cNvSpPr>
          <p:nvPr/>
        </p:nvSpPr>
        <p:spPr>
          <a:xfrm xmlns:a="http://schemas.openxmlformats.org/drawingml/2006/main">
            <a:off x="3571875" y="4219575"/>
            <a:ext cx="7810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F6F8FC"/>
                </a:solidFill>
                <a:latin typeface="Arial"/>
                <a:ea typeface="Arial"/>
                <a:cs typeface="Arial"/>
              </a:defRPr>
            </a:defPPr>
            <a:lvl1pPr>
              <a:buNone/>
              <a:defRPr sz="1800" b="0">
                <a:solidFill>
                  <a:srgbClr val="F6F8FC"/>
                </a:solidFill>
                <a:latin typeface="Arial"/>
                <a:ea typeface="Arial"/>
                <a:cs typeface="Arial"/>
              </a:defRPr>
            </a:lvl1pPr>
            <a:lvl2pPr>
              <a:buNone/>
              <a:defRPr sz="1800" b="0">
                <a:solidFill>
                  <a:srgbClr val="F6F8FC"/>
                </a:solidFill>
                <a:latin typeface="Arial"/>
                <a:ea typeface="Arial"/>
                <a:cs typeface="Arial"/>
              </a:defRPr>
            </a:lvl2pPr>
            <a:lvl3pPr>
              <a:buNone/>
              <a:defRPr sz="1800" b="0">
                <a:solidFill>
                  <a:srgbClr val="F6F8FC"/>
                </a:solidFill>
                <a:latin typeface="Arial"/>
                <a:ea typeface="Arial"/>
                <a:cs typeface="Arial"/>
              </a:defRPr>
            </a:lvl3pPr>
            <a:lvl4pPr>
              <a:buNone/>
              <a:defRPr sz="1800" b="0">
                <a:solidFill>
                  <a:srgbClr val="F6F8FC"/>
                </a:solidFill>
                <a:latin typeface="Arial"/>
                <a:ea typeface="Arial"/>
                <a:cs typeface="Arial"/>
              </a:defRPr>
            </a:lvl4pPr>
            <a:lvl5pPr>
              <a:buNone/>
              <a:defRPr sz="1800" b="0">
                <a:solidFill>
                  <a:srgbClr val="F6F8FC"/>
                </a:solidFill>
                <a:latin typeface="Arial"/>
                <a:ea typeface="Arial"/>
                <a:cs typeface="Arial"/>
              </a:defRPr>
            </a:lvl5pPr>
            <a:lvl6pPr>
              <a:buNone/>
              <a:defRPr sz="1800" b="0">
                <a:solidFill>
                  <a:srgbClr val="F6F8FC"/>
                </a:solidFill>
                <a:latin typeface="Arial"/>
                <a:ea typeface="Arial"/>
                <a:cs typeface="Arial"/>
              </a:defRPr>
            </a:lvl6pPr>
            <a:lvl7pPr>
              <a:buNone/>
              <a:defRPr sz="1800" b="0">
                <a:solidFill>
                  <a:srgbClr val="F6F8FC"/>
                </a:solidFill>
                <a:latin typeface="Arial"/>
                <a:ea typeface="Arial"/>
                <a:cs typeface="Arial"/>
              </a:defRPr>
            </a:lvl7pPr>
            <a:lvl8pPr>
              <a:buNone/>
              <a:defRPr sz="1800" b="0">
                <a:solidFill>
                  <a:srgbClr val="F6F8FC"/>
                </a:solidFill>
                <a:latin typeface="Arial"/>
                <a:ea typeface="Arial"/>
                <a:cs typeface="Arial"/>
              </a:defRPr>
            </a:lvl8pPr>
            <a:lvl9pPr>
              <a:buNone/>
              <a:defRPr sz="1800" b="0">
                <a:solidFill>
                  <a:srgbClr val="F6F8FC"/>
                </a:solidFill>
                <a:latin typeface="Arial"/>
                <a:ea typeface="Arial"/>
                <a:cs typeface="Arial"/>
              </a:defRPr>
            </a:lvl9pPr>
          </a:lstStyle>
          <a:p xmlns:a="http://schemas.openxmlformats.org/drawingml/2006/main">
            <a:pPr>
              <a:buNone/>
              <a:defRPr sz="1800" b="0">
                <a:solidFill>
                  <a:srgbClr val="F6F8FC"/>
                </a:solidFill>
                <a:latin typeface="Arial"/>
                <a:ea typeface="Arial"/>
                <a:cs typeface="Arial"/>
              </a:defRPr>
            </a:pPr>
            <a:r>
              <a:rPr sz="1800" b="0">
                <a:solidFill>
                  <a:srgbClr val="F6F8FC"/>
                </a:solidFill>
                <a:latin typeface="Arial"/>
                <a:ea typeface="Arial"/>
                <a:cs typeface="Arial"/>
              </a:rPr>
              <a:t>Rehearse the live walkthrough and disclose unfinished original criteria.</a:t>
            </a:r>
          </a:p>
        </p:txBody>
      </p:sp>
      <p:sp>
        <p:nvSpPr>
          <p:cNvPr id="12" name="">
            <a:extLst xmlns:a="http://schemas.openxmlformats.org/drawingml/2006/main">
              <a:ext uri="{FF2B5EF4-FFF2-40B4-BE49-F238E27FC236}">
                <a16:creationId xmlns:a16="http://schemas.microsoft.com/office/drawing/2014/main" id="{0DCF294B-05D0-4D92-BAE7-254C8711C8B4}"/>
              </a:ext>
            </a:extLst>
          </p:cNvPr>
          <p:cNvSpPr>
            <a:spLocks xmlns:a="http://schemas.openxmlformats.org/drawingml/2006/main" noGrp="1"/>
          </p:cNvSpPr>
          <p:nvPr/>
        </p:nvSpPr>
        <p:spPr>
          <a:xfrm xmlns:a="http://schemas.openxmlformats.org/drawingml/2006/main">
            <a:off x="609600" y="59721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75" b="0">
                <a:solidFill>
                  <a:srgbClr val="85A1BD"/>
                </a:solidFill>
                <a:latin typeface="Arial"/>
                <a:ea typeface="Arial"/>
                <a:cs typeface="Arial"/>
              </a:defRPr>
            </a:defPPr>
            <a:lvl1pPr>
              <a:buNone/>
              <a:defRPr sz="1275" b="0">
                <a:solidFill>
                  <a:srgbClr val="85A1BD"/>
                </a:solidFill>
                <a:latin typeface="Arial"/>
                <a:ea typeface="Arial"/>
                <a:cs typeface="Arial"/>
              </a:defRPr>
            </a:lvl1pPr>
            <a:lvl2pPr>
              <a:buNone/>
              <a:defRPr sz="1275" b="0">
                <a:solidFill>
                  <a:srgbClr val="85A1BD"/>
                </a:solidFill>
                <a:latin typeface="Arial"/>
                <a:ea typeface="Arial"/>
                <a:cs typeface="Arial"/>
              </a:defRPr>
            </a:lvl2pPr>
            <a:lvl3pPr>
              <a:buNone/>
              <a:defRPr sz="1275" b="0">
                <a:solidFill>
                  <a:srgbClr val="85A1BD"/>
                </a:solidFill>
                <a:latin typeface="Arial"/>
                <a:ea typeface="Arial"/>
                <a:cs typeface="Arial"/>
              </a:defRPr>
            </a:lvl3pPr>
            <a:lvl4pPr>
              <a:buNone/>
              <a:defRPr sz="1275" b="0">
                <a:solidFill>
                  <a:srgbClr val="85A1BD"/>
                </a:solidFill>
                <a:latin typeface="Arial"/>
                <a:ea typeface="Arial"/>
                <a:cs typeface="Arial"/>
              </a:defRPr>
            </a:lvl4pPr>
            <a:lvl5pPr>
              <a:buNone/>
              <a:defRPr sz="1275" b="0">
                <a:solidFill>
                  <a:srgbClr val="85A1BD"/>
                </a:solidFill>
                <a:latin typeface="Arial"/>
                <a:ea typeface="Arial"/>
                <a:cs typeface="Arial"/>
              </a:defRPr>
            </a:lvl5pPr>
            <a:lvl6pPr>
              <a:buNone/>
              <a:defRPr sz="1275" b="0">
                <a:solidFill>
                  <a:srgbClr val="85A1BD"/>
                </a:solidFill>
                <a:latin typeface="Arial"/>
                <a:ea typeface="Arial"/>
                <a:cs typeface="Arial"/>
              </a:defRPr>
            </a:lvl6pPr>
            <a:lvl7pPr>
              <a:buNone/>
              <a:defRPr sz="1275" b="0">
                <a:solidFill>
                  <a:srgbClr val="85A1BD"/>
                </a:solidFill>
                <a:latin typeface="Arial"/>
                <a:ea typeface="Arial"/>
                <a:cs typeface="Arial"/>
              </a:defRPr>
            </a:lvl7pPr>
            <a:lvl8pPr>
              <a:buNone/>
              <a:defRPr sz="1275" b="0">
                <a:solidFill>
                  <a:srgbClr val="85A1BD"/>
                </a:solidFill>
                <a:latin typeface="Arial"/>
                <a:ea typeface="Arial"/>
                <a:cs typeface="Arial"/>
              </a:defRPr>
            </a:lvl8pPr>
            <a:lvl9pPr>
              <a:buNone/>
              <a:defRPr sz="1275" b="0">
                <a:solidFill>
                  <a:srgbClr val="85A1BD"/>
                </a:solidFill>
                <a:latin typeface="Arial"/>
                <a:ea typeface="Arial"/>
                <a:cs typeface="Arial"/>
              </a:defRPr>
            </a:lvl9pPr>
          </a:lstStyle>
          <a:p xmlns:a="http://schemas.openxmlformats.org/drawingml/2006/main">
            <a:pPr>
              <a:buNone/>
              <a:defRPr sz="1275" b="0">
                <a:solidFill>
                  <a:srgbClr val="85A1BD"/>
                </a:solidFill>
                <a:latin typeface="Arial"/>
                <a:ea typeface="Arial"/>
                <a:cs typeface="Arial"/>
              </a:defRPr>
            </a:pPr>
            <a:r>
              <a:rPr sz="1275" b="0">
                <a:solidFill>
                  <a:srgbClr val="85A1BD"/>
                </a:solidFill>
                <a:latin typeface="Arial"/>
                <a:ea typeface="Arial"/>
                <a:cs typeface="Arial"/>
              </a:rPr>
              <a:t>Private GitHub repository contains the project documentation and draft deck</a:t>
            </a:r>
          </a:p>
        </p:txBody>
      </p:sp>
    </p:spTree>
    <p:extLst>
      <p:ext uri="{BB962C8B-B14F-4D97-AF65-F5344CB8AC3E}">
        <p14:creationId xmlns:p14="http://schemas.microsoft.com/office/powerpoint/2010/main" val="5965884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2026-10-29T19:43:02.3050000Z</dcterms:created>
  <dcterms:modified xsi:type="dcterms:W3CDTF">2026-10-29T19:43:02.3050000Z</dcterms:modified>
</coreProperties>
</file>